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94" r:id="rId3"/>
    <p:sldMasterId id="2147483695" r:id="rId4"/>
    <p:sldMasterId id="2147483696" r:id="rId5"/>
    <p:sldMasterId id="214748369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61281cfc5_0_148: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661281cfc5_0_148: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c827b6617_0_188: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9c827b6617_0_188: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c827b66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9c827b66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c827b6617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9c827b6617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e8eb46a8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e8eb46a8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9e8eb46a8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9e8eb46a8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c827b6617_0_254: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9c827b6617_0_254: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9e8eb46a8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9e8eb46a8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2d6836d4f3e921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2d6836d4f3e921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e8eb46a89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e8eb46a89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9e8eb46a89_0_305: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9e8eb46a89_0_305: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e8eb46a89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e8eb46a89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9e8eb46a89_0_564: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39e8eb46a89_0_564: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e8eb46a89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9e8eb46a89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2d6836d4f3e921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2d6836d4f3e921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2d6836d4f3e921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2d6836d4f3e921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2d6836d4f3e921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2d6836d4f3e921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2d6836d4f3e921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2d6836d4f3e921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9e8eb46a89_0_697: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9e8eb46a89_0_697: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9e8eb46a89_0_758: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39e8eb46a89_0_758: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9e8eb46a89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9e8eb46a89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9e8eb46a89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9e8eb46a89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9e8eb46a89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9e8eb46a89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9e8eb46a89_0_903: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9e8eb46a89_0_903:notes"/>
          <p:cNvSpPr/>
          <p:nvPr>
            <p:ph idx="2" type="sldImg"/>
          </p:nvPr>
        </p:nvSpPr>
        <p:spPr>
          <a:xfrm>
            <a:off x="408653" y="685490"/>
            <a:ext cx="6040800" cy="34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9e8eb46a89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9e8eb46a89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2d6836d4f3e9214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2d6836d4f3e921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100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Navy Abstract Image " showMasterSp="0">
  <p:cSld name="2_Title Navy Abstract Image ">
    <p:bg>
      <p:bgPr>
        <a:solidFill>
          <a:srgbClr val="191C33"/>
        </a:solidFill>
      </p:bgPr>
    </p:bg>
    <p:spTree>
      <p:nvGrpSpPr>
        <p:cNvPr id="95" name="Shape 95"/>
        <p:cNvGrpSpPr/>
        <p:nvPr/>
      </p:nvGrpSpPr>
      <p:grpSpPr>
        <a:xfrm>
          <a:off x="0" y="0"/>
          <a:ext cx="0" cy="0"/>
          <a:chOff x="0" y="0"/>
          <a:chExt cx="0" cy="0"/>
        </a:xfrm>
      </p:grpSpPr>
      <p:sp>
        <p:nvSpPr>
          <p:cNvPr id="96" name="Google Shape;96;p25"/>
          <p:cNvSpPr txBox="1"/>
          <p:nvPr>
            <p:ph idx="1" type="body"/>
          </p:nvPr>
        </p:nvSpPr>
        <p:spPr>
          <a:xfrm>
            <a:off x="423056" y="1221717"/>
            <a:ext cx="4650000" cy="1447200"/>
          </a:xfrm>
          <a:prstGeom prst="rect">
            <a:avLst/>
          </a:prstGeom>
          <a:noFill/>
          <a:ln>
            <a:noFill/>
          </a:ln>
        </p:spPr>
        <p:txBody>
          <a:bodyPr anchorCtr="0" anchor="b" bIns="0" lIns="0" spcFirstLastPara="1" rIns="0" wrap="square" tIns="0">
            <a:noAutofit/>
          </a:bodyPr>
          <a:lstStyle>
            <a:lvl1pPr indent="-228600" lvl="0" marL="457200" algn="l">
              <a:lnSpc>
                <a:spcPct val="85000"/>
              </a:lnSpc>
              <a:spcBef>
                <a:spcPts val="900"/>
              </a:spcBef>
              <a:spcAft>
                <a:spcPts val="0"/>
              </a:spcAft>
              <a:buSzPts val="3000"/>
              <a:buNone/>
              <a:defRPr b="0" i="0" sz="3000" cap="none">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1200"/>
              </a:spcBef>
              <a:spcAft>
                <a:spcPts val="0"/>
              </a:spcAft>
              <a:buClr>
                <a:schemeClr val="dk1"/>
              </a:buClr>
              <a:buSzPts val="1400"/>
              <a:buChar char="●"/>
              <a:defRPr/>
            </a:lvl7pPr>
            <a:lvl8pPr indent="-317500" lvl="7" marL="3657600" algn="l">
              <a:spcBef>
                <a:spcPts val="1200"/>
              </a:spcBef>
              <a:spcAft>
                <a:spcPts val="0"/>
              </a:spcAft>
              <a:buClr>
                <a:schemeClr val="dk1"/>
              </a:buClr>
              <a:buSzPts val="1400"/>
              <a:buChar char="○"/>
              <a:defRPr/>
            </a:lvl8pPr>
            <a:lvl9pPr indent="-317500" lvl="8" marL="4114800" algn="l">
              <a:spcBef>
                <a:spcPts val="1200"/>
              </a:spcBef>
              <a:spcAft>
                <a:spcPts val="1200"/>
              </a:spcAft>
              <a:buClr>
                <a:schemeClr val="dk1"/>
              </a:buClr>
              <a:buSzPts val="1400"/>
              <a:buChar char="■"/>
              <a:defRPr/>
            </a:lvl9pPr>
          </a:lstStyle>
          <a:p/>
        </p:txBody>
      </p:sp>
      <p:sp>
        <p:nvSpPr>
          <p:cNvPr id="97" name="Google Shape;97;p25"/>
          <p:cNvSpPr txBox="1"/>
          <p:nvPr>
            <p:ph idx="2" type="body"/>
          </p:nvPr>
        </p:nvSpPr>
        <p:spPr>
          <a:xfrm>
            <a:off x="423056" y="3407627"/>
            <a:ext cx="4650000" cy="166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0"/>
              </a:spcBef>
              <a:spcAft>
                <a:spcPts val="0"/>
              </a:spcAft>
              <a:buSzPts val="1200"/>
              <a:buNone/>
              <a:defRPr b="0" i="0" sz="1200">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1200"/>
              </a:spcBef>
              <a:spcAft>
                <a:spcPts val="0"/>
              </a:spcAft>
              <a:buClr>
                <a:schemeClr val="dk1"/>
              </a:buClr>
              <a:buSzPts val="1400"/>
              <a:buChar char="●"/>
              <a:defRPr/>
            </a:lvl7pPr>
            <a:lvl8pPr indent="-317500" lvl="7" marL="3657600" algn="l">
              <a:spcBef>
                <a:spcPts val="1200"/>
              </a:spcBef>
              <a:spcAft>
                <a:spcPts val="0"/>
              </a:spcAft>
              <a:buClr>
                <a:schemeClr val="dk1"/>
              </a:buClr>
              <a:buSzPts val="1400"/>
              <a:buChar char="○"/>
              <a:defRPr/>
            </a:lvl8pPr>
            <a:lvl9pPr indent="-317500" lvl="8" marL="4114800" algn="l">
              <a:spcBef>
                <a:spcPts val="1200"/>
              </a:spcBef>
              <a:spcAft>
                <a:spcPts val="1200"/>
              </a:spcAft>
              <a:buClr>
                <a:schemeClr val="dk1"/>
              </a:buClr>
              <a:buSzPts val="1400"/>
              <a:buChar char="■"/>
              <a:defRPr/>
            </a:lvl9pPr>
          </a:lstStyle>
          <a:p/>
        </p:txBody>
      </p:sp>
      <p:cxnSp>
        <p:nvCxnSpPr>
          <p:cNvPr id="98" name="Google Shape;98;p25"/>
          <p:cNvCxnSpPr/>
          <p:nvPr/>
        </p:nvCxnSpPr>
        <p:spPr>
          <a:xfrm>
            <a:off x="423055" y="3228274"/>
            <a:ext cx="542400" cy="0"/>
          </a:xfrm>
          <a:prstGeom prst="straightConnector1">
            <a:avLst/>
          </a:prstGeom>
          <a:noFill/>
          <a:ln cap="flat" cmpd="sng" w="47625">
            <a:solidFill>
              <a:srgbClr val="005C8A"/>
            </a:solidFill>
            <a:prstDash val="solid"/>
            <a:round/>
            <a:headEnd len="sm" w="sm" type="none"/>
            <a:tailEnd len="sm" w="sm" type="none"/>
          </a:ln>
        </p:spPr>
      </p:cxnSp>
      <p:sp>
        <p:nvSpPr>
          <p:cNvPr id="99" name="Google Shape;99;p25"/>
          <p:cNvSpPr txBox="1"/>
          <p:nvPr>
            <p:ph idx="3" type="body"/>
          </p:nvPr>
        </p:nvSpPr>
        <p:spPr>
          <a:xfrm>
            <a:off x="423056" y="2848316"/>
            <a:ext cx="4650000" cy="166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0"/>
              </a:spcBef>
              <a:spcAft>
                <a:spcPts val="0"/>
              </a:spcAft>
              <a:buSzPts val="1200"/>
              <a:buNone/>
              <a:defRPr b="0" i="0" sz="1200">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1200"/>
              </a:spcBef>
              <a:spcAft>
                <a:spcPts val="0"/>
              </a:spcAft>
              <a:buClr>
                <a:schemeClr val="dk1"/>
              </a:buClr>
              <a:buSzPts val="1400"/>
              <a:buChar char="●"/>
              <a:defRPr/>
            </a:lvl7pPr>
            <a:lvl8pPr indent="-317500" lvl="7" marL="3657600" algn="l">
              <a:spcBef>
                <a:spcPts val="1200"/>
              </a:spcBef>
              <a:spcAft>
                <a:spcPts val="0"/>
              </a:spcAft>
              <a:buClr>
                <a:schemeClr val="dk1"/>
              </a:buClr>
              <a:buSzPts val="1400"/>
              <a:buChar char="○"/>
              <a:defRPr/>
            </a:lvl8pPr>
            <a:lvl9pPr indent="-317500" lvl="8" marL="4114800" algn="l">
              <a:spcBef>
                <a:spcPts val="1200"/>
              </a:spcBef>
              <a:spcAft>
                <a:spcPts val="1200"/>
              </a:spcAft>
              <a:buClr>
                <a:schemeClr val="dk1"/>
              </a:buClr>
              <a:buSzPts val="1400"/>
              <a:buChar char="■"/>
              <a:defRPr/>
            </a:lvl9pPr>
          </a:lstStyle>
          <a:p/>
        </p:txBody>
      </p:sp>
      <p:sp>
        <p:nvSpPr>
          <p:cNvPr id="100" name="Google Shape;100;p25"/>
          <p:cNvSpPr txBox="1"/>
          <p:nvPr/>
        </p:nvSpPr>
        <p:spPr>
          <a:xfrm>
            <a:off x="423056" y="4972050"/>
            <a:ext cx="5490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600">
                <a:solidFill>
                  <a:srgbClr val="F2F2F2"/>
                </a:solidFill>
                <a:latin typeface="Arial"/>
                <a:ea typeface="Arial"/>
                <a:cs typeface="Arial"/>
                <a:sym typeface="Arial"/>
              </a:rPr>
              <a:t>Broadcom Proprietary and Confidential.  Copyright © 202</a:t>
            </a:r>
            <a:r>
              <a:rPr lang="en" sz="600">
                <a:solidFill>
                  <a:srgbClr val="F2F2F2"/>
                </a:solidFill>
              </a:rPr>
              <a:t>5</a:t>
            </a:r>
            <a:r>
              <a:rPr lang="en" sz="600">
                <a:solidFill>
                  <a:srgbClr val="F2F2F2"/>
                </a:solidFill>
                <a:latin typeface="Arial"/>
                <a:ea typeface="Arial"/>
                <a:cs typeface="Arial"/>
                <a:sym typeface="Arial"/>
              </a:rPr>
              <a:t> Broadcom.  All Rights Reserved. The term “Broadcom” refers to Broadcom Inc. and/or its subsidiaries.</a:t>
            </a:r>
            <a:endParaRPr sz="1100"/>
          </a:p>
        </p:txBody>
      </p:sp>
      <p:pic>
        <p:nvPicPr>
          <p:cNvPr id="101" name="Google Shape;101;p25"/>
          <p:cNvPicPr preferRelativeResize="0"/>
          <p:nvPr/>
        </p:nvPicPr>
        <p:blipFill rotWithShape="1">
          <a:blip r:embed="rId2">
            <a:alphaModFix/>
          </a:blip>
          <a:srcRect b="3131" l="5046" r="55711" t="3121"/>
          <a:stretch/>
        </p:blipFill>
        <p:spPr>
          <a:xfrm>
            <a:off x="5322477" y="1"/>
            <a:ext cx="3827521" cy="5143495"/>
          </a:xfrm>
          <a:custGeom>
            <a:rect b="b" l="l" r="r" t="t"/>
            <a:pathLst>
              <a:path extrusionOk="0" h="6857994" w="5103362">
                <a:moveTo>
                  <a:pt x="2031254" y="6795239"/>
                </a:moveTo>
                <a:cubicBezTo>
                  <a:pt x="2046658" y="6795421"/>
                  <a:pt x="2061978" y="6801557"/>
                  <a:pt x="2073239" y="6813605"/>
                </a:cubicBezTo>
                <a:cubicBezTo>
                  <a:pt x="2084220" y="6825373"/>
                  <a:pt x="2089486" y="6840370"/>
                  <a:pt x="2089114" y="6855226"/>
                </a:cubicBezTo>
                <a:lnTo>
                  <a:pt x="2088507" y="6857993"/>
                </a:lnTo>
                <a:lnTo>
                  <a:pt x="1972722" y="6857993"/>
                </a:lnTo>
                <a:lnTo>
                  <a:pt x="1971905" y="6853794"/>
                </a:lnTo>
                <a:cubicBezTo>
                  <a:pt x="1971884" y="6838909"/>
                  <a:pt x="1977500" y="6824024"/>
                  <a:pt x="1988762" y="6812595"/>
                </a:cubicBezTo>
                <a:cubicBezTo>
                  <a:pt x="2000361" y="6800827"/>
                  <a:pt x="2015850" y="6795056"/>
                  <a:pt x="2031254" y="6795239"/>
                </a:cubicBezTo>
                <a:close/>
                <a:moveTo>
                  <a:pt x="2603619" y="6753057"/>
                </a:moveTo>
                <a:cubicBezTo>
                  <a:pt x="2630082" y="6753239"/>
                  <a:pt x="2656383" y="6763532"/>
                  <a:pt x="2676042" y="6783894"/>
                </a:cubicBezTo>
                <a:cubicBezTo>
                  <a:pt x="2695224" y="6803749"/>
                  <a:pt x="2704744" y="6830022"/>
                  <a:pt x="2704639" y="6856246"/>
                </a:cubicBezTo>
                <a:lnTo>
                  <a:pt x="2704304" y="6857994"/>
                </a:lnTo>
                <a:lnTo>
                  <a:pt x="2499649" y="6857994"/>
                </a:lnTo>
                <a:lnTo>
                  <a:pt x="2499152" y="6855466"/>
                </a:lnTo>
                <a:cubicBezTo>
                  <a:pt x="2499251" y="6829361"/>
                  <a:pt x="2509614" y="6803271"/>
                  <a:pt x="2530228" y="6782883"/>
                </a:cubicBezTo>
                <a:cubicBezTo>
                  <a:pt x="2550532" y="6762802"/>
                  <a:pt x="2577156" y="6752874"/>
                  <a:pt x="2603619" y="6753057"/>
                </a:cubicBezTo>
                <a:close/>
                <a:moveTo>
                  <a:pt x="3173794" y="6722059"/>
                </a:moveTo>
                <a:cubicBezTo>
                  <a:pt x="3207874" y="6722487"/>
                  <a:pt x="3241772" y="6735700"/>
                  <a:pt x="3267104" y="6761594"/>
                </a:cubicBezTo>
                <a:cubicBezTo>
                  <a:pt x="3292800" y="6787881"/>
                  <a:pt x="3305438" y="6822762"/>
                  <a:pt x="3305095" y="6857411"/>
                </a:cubicBezTo>
                <a:lnTo>
                  <a:pt x="3304977" y="6857994"/>
                </a:lnTo>
                <a:lnTo>
                  <a:pt x="3038523" y="6857994"/>
                </a:lnTo>
                <a:lnTo>
                  <a:pt x="3037725" y="6853487"/>
                </a:lnTo>
                <a:cubicBezTo>
                  <a:pt x="3038428" y="6819392"/>
                  <a:pt x="3052372" y="6785410"/>
                  <a:pt x="3079388" y="6759236"/>
                </a:cubicBezTo>
                <a:cubicBezTo>
                  <a:pt x="3105450" y="6733988"/>
                  <a:pt x="3139713" y="6721631"/>
                  <a:pt x="3173794" y="6722059"/>
                </a:cubicBezTo>
                <a:close/>
                <a:moveTo>
                  <a:pt x="4889120" y="6704232"/>
                </a:moveTo>
                <a:cubicBezTo>
                  <a:pt x="4928038" y="6704780"/>
                  <a:pt x="4966878" y="6720311"/>
                  <a:pt x="4996535" y="6750698"/>
                </a:cubicBezTo>
                <a:cubicBezTo>
                  <a:pt x="5025742" y="6780607"/>
                  <a:pt x="5040066" y="6818999"/>
                  <a:pt x="5039609" y="6857313"/>
                </a:cubicBezTo>
                <a:lnTo>
                  <a:pt x="5039467" y="6857994"/>
                </a:lnTo>
                <a:lnTo>
                  <a:pt x="4736963" y="6857994"/>
                </a:lnTo>
                <a:lnTo>
                  <a:pt x="4736482" y="6855467"/>
                </a:lnTo>
                <a:cubicBezTo>
                  <a:pt x="4736573" y="6816204"/>
                  <a:pt x="4751500" y="6776984"/>
                  <a:pt x="4781242" y="6747664"/>
                </a:cubicBezTo>
                <a:cubicBezTo>
                  <a:pt x="4811207" y="6718119"/>
                  <a:pt x="4850202" y="6703684"/>
                  <a:pt x="4889120" y="6704232"/>
                </a:cubicBezTo>
                <a:close/>
                <a:moveTo>
                  <a:pt x="3744186" y="6703600"/>
                </a:moveTo>
                <a:cubicBezTo>
                  <a:pt x="3783097" y="6703263"/>
                  <a:pt x="3822078" y="6717810"/>
                  <a:pt x="3851987" y="6747327"/>
                </a:cubicBezTo>
                <a:cubicBezTo>
                  <a:pt x="3881812" y="6776759"/>
                  <a:pt x="3896894" y="6815754"/>
                  <a:pt x="3897175" y="6854827"/>
                </a:cubicBezTo>
                <a:lnTo>
                  <a:pt x="3896586" y="6857993"/>
                </a:lnTo>
                <a:lnTo>
                  <a:pt x="3592863" y="6857993"/>
                </a:lnTo>
                <a:lnTo>
                  <a:pt x="3592643" y="6856919"/>
                </a:lnTo>
                <a:cubicBezTo>
                  <a:pt x="3592362" y="6818183"/>
                  <a:pt x="3607064" y="6779342"/>
                  <a:pt x="3636805" y="6749180"/>
                </a:cubicBezTo>
                <a:cubicBezTo>
                  <a:pt x="3666434" y="6719158"/>
                  <a:pt x="3705275" y="6703936"/>
                  <a:pt x="3744186" y="6703600"/>
                </a:cubicBezTo>
                <a:close/>
                <a:moveTo>
                  <a:pt x="4313841" y="6698327"/>
                </a:moveTo>
                <a:cubicBezTo>
                  <a:pt x="4353784" y="6698333"/>
                  <a:pt x="4393762" y="6713485"/>
                  <a:pt x="4424514" y="6743788"/>
                </a:cubicBezTo>
                <a:cubicBezTo>
                  <a:pt x="4455912" y="6774737"/>
                  <a:pt x="4471780" y="6814786"/>
                  <a:pt x="4472046" y="6854905"/>
                </a:cubicBezTo>
                <a:lnTo>
                  <a:pt x="4471455" y="6857993"/>
                </a:lnTo>
                <a:lnTo>
                  <a:pt x="4157523" y="6857993"/>
                </a:lnTo>
                <a:lnTo>
                  <a:pt x="4157032" y="6855410"/>
                </a:lnTo>
                <a:cubicBezTo>
                  <a:pt x="4157137" y="6814771"/>
                  <a:pt x="4172598" y="6774175"/>
                  <a:pt x="4203378" y="6743732"/>
                </a:cubicBezTo>
                <a:cubicBezTo>
                  <a:pt x="4233990" y="6713457"/>
                  <a:pt x="4273898" y="6698319"/>
                  <a:pt x="4313841" y="6698327"/>
                </a:cubicBezTo>
                <a:close/>
                <a:moveTo>
                  <a:pt x="1746205" y="6500887"/>
                </a:moveTo>
                <a:cubicBezTo>
                  <a:pt x="1763807" y="6501210"/>
                  <a:pt x="1781360" y="6508245"/>
                  <a:pt x="1794587" y="6521922"/>
                </a:cubicBezTo>
                <a:cubicBezTo>
                  <a:pt x="1821324" y="6549556"/>
                  <a:pt x="1820368" y="6591683"/>
                  <a:pt x="1792284" y="6618476"/>
                </a:cubicBezTo>
                <a:cubicBezTo>
                  <a:pt x="1765829" y="6643807"/>
                  <a:pt x="1723029" y="6643471"/>
                  <a:pt x="1697247" y="6617746"/>
                </a:cubicBezTo>
                <a:cubicBezTo>
                  <a:pt x="1671130" y="6591683"/>
                  <a:pt x="1671242" y="6545962"/>
                  <a:pt x="1697529" y="6520124"/>
                </a:cubicBezTo>
                <a:cubicBezTo>
                  <a:pt x="1710952" y="6506952"/>
                  <a:pt x="1728603" y="6500564"/>
                  <a:pt x="1746205" y="6500887"/>
                </a:cubicBezTo>
                <a:close/>
                <a:moveTo>
                  <a:pt x="2317497" y="6452738"/>
                </a:moveTo>
                <a:cubicBezTo>
                  <a:pt x="2347624" y="6452780"/>
                  <a:pt x="2377731" y="6464350"/>
                  <a:pt x="2400816" y="6487436"/>
                </a:cubicBezTo>
                <a:cubicBezTo>
                  <a:pt x="2447772" y="6534392"/>
                  <a:pt x="2447266" y="6609939"/>
                  <a:pt x="2399580" y="6656278"/>
                </a:cubicBezTo>
                <a:cubicBezTo>
                  <a:pt x="2353072" y="6701438"/>
                  <a:pt x="2278256" y="6700427"/>
                  <a:pt x="2232646" y="6653976"/>
                </a:cubicBezTo>
                <a:cubicBezTo>
                  <a:pt x="2187038" y="6607524"/>
                  <a:pt x="2187655" y="6533156"/>
                  <a:pt x="2234051" y="6487210"/>
                </a:cubicBezTo>
                <a:cubicBezTo>
                  <a:pt x="2257220" y="6464181"/>
                  <a:pt x="2287369" y="6452695"/>
                  <a:pt x="2317497" y="6452738"/>
                </a:cubicBezTo>
                <a:close/>
                <a:moveTo>
                  <a:pt x="2890563" y="6414101"/>
                </a:moveTo>
                <a:cubicBezTo>
                  <a:pt x="2930457" y="6414416"/>
                  <a:pt x="2970196" y="6430143"/>
                  <a:pt x="3000303" y="6461204"/>
                </a:cubicBezTo>
                <a:cubicBezTo>
                  <a:pt x="3059280" y="6522092"/>
                  <a:pt x="3057819" y="6620723"/>
                  <a:pt x="2997157" y="6680038"/>
                </a:cubicBezTo>
                <a:cubicBezTo>
                  <a:pt x="2936215" y="6739633"/>
                  <a:pt x="2838931" y="6738453"/>
                  <a:pt x="2778718" y="6677454"/>
                </a:cubicBezTo>
                <a:cubicBezTo>
                  <a:pt x="2718336" y="6616230"/>
                  <a:pt x="2718842" y="6520238"/>
                  <a:pt x="2779896" y="6459463"/>
                </a:cubicBezTo>
                <a:cubicBezTo>
                  <a:pt x="2810621" y="6428879"/>
                  <a:pt x="2850670" y="6413784"/>
                  <a:pt x="2890563" y="6414101"/>
                </a:cubicBezTo>
                <a:close/>
                <a:moveTo>
                  <a:pt x="5103362" y="6409638"/>
                </a:moveTo>
                <a:lnTo>
                  <a:pt x="5103362" y="6733153"/>
                </a:lnTo>
                <a:lnTo>
                  <a:pt x="5047199" y="6695652"/>
                </a:lnTo>
                <a:cubicBezTo>
                  <a:pt x="4979011" y="6626622"/>
                  <a:pt x="4979404" y="6515294"/>
                  <a:pt x="5048098" y="6446545"/>
                </a:cubicBezTo>
                <a:close/>
                <a:moveTo>
                  <a:pt x="3457642" y="6392116"/>
                </a:moveTo>
                <a:cubicBezTo>
                  <a:pt x="3502746" y="6392172"/>
                  <a:pt x="3547863" y="6409332"/>
                  <a:pt x="3582322" y="6443567"/>
                </a:cubicBezTo>
                <a:cubicBezTo>
                  <a:pt x="3652758" y="6513496"/>
                  <a:pt x="3652926" y="6624204"/>
                  <a:pt x="3582659" y="6694247"/>
                </a:cubicBezTo>
                <a:cubicBezTo>
                  <a:pt x="3513796" y="6762886"/>
                  <a:pt x="3402470" y="6763335"/>
                  <a:pt x="3333383" y="6695202"/>
                </a:cubicBezTo>
                <a:cubicBezTo>
                  <a:pt x="3264183" y="6626957"/>
                  <a:pt x="3264015" y="6511811"/>
                  <a:pt x="3333045" y="6443286"/>
                </a:cubicBezTo>
                <a:cubicBezTo>
                  <a:pt x="3367448" y="6409107"/>
                  <a:pt x="3412538" y="6392060"/>
                  <a:pt x="3457642" y="6392116"/>
                </a:cubicBezTo>
                <a:close/>
                <a:moveTo>
                  <a:pt x="1462266" y="6211739"/>
                </a:moveTo>
                <a:cubicBezTo>
                  <a:pt x="1480844" y="6212055"/>
                  <a:pt x="1499310" y="6219427"/>
                  <a:pt x="1513240" y="6233778"/>
                </a:cubicBezTo>
                <a:cubicBezTo>
                  <a:pt x="1541098" y="6262536"/>
                  <a:pt x="1540257" y="6308202"/>
                  <a:pt x="1511329" y="6336286"/>
                </a:cubicBezTo>
                <a:cubicBezTo>
                  <a:pt x="1482290" y="6364426"/>
                  <a:pt x="1437074" y="6363697"/>
                  <a:pt x="1408990" y="6334545"/>
                </a:cubicBezTo>
                <a:cubicBezTo>
                  <a:pt x="1381074" y="6305617"/>
                  <a:pt x="1381804" y="6259785"/>
                  <a:pt x="1410619" y="6232037"/>
                </a:cubicBezTo>
                <a:cubicBezTo>
                  <a:pt x="1424998" y="6218163"/>
                  <a:pt x="1443688" y="6211423"/>
                  <a:pt x="1462266" y="6211739"/>
                </a:cubicBezTo>
                <a:close/>
                <a:moveTo>
                  <a:pt x="2031534" y="6155936"/>
                </a:moveTo>
                <a:cubicBezTo>
                  <a:pt x="2064210" y="6156238"/>
                  <a:pt x="2096830" y="6169268"/>
                  <a:pt x="2122106" y="6194965"/>
                </a:cubicBezTo>
                <a:cubicBezTo>
                  <a:pt x="2171085" y="6244843"/>
                  <a:pt x="2171029" y="6325390"/>
                  <a:pt x="2121994" y="6374986"/>
                </a:cubicBezTo>
                <a:cubicBezTo>
                  <a:pt x="2072622" y="6424863"/>
                  <a:pt x="1989044" y="6425032"/>
                  <a:pt x="1939390" y="6375324"/>
                </a:cubicBezTo>
                <a:cubicBezTo>
                  <a:pt x="1889400" y="6325276"/>
                  <a:pt x="1889962" y="6243438"/>
                  <a:pt x="1940625" y="6193280"/>
                </a:cubicBezTo>
                <a:cubicBezTo>
                  <a:pt x="1966126" y="6168061"/>
                  <a:pt x="1998858" y="6155634"/>
                  <a:pt x="2031534" y="6155936"/>
                </a:cubicBezTo>
                <a:close/>
                <a:moveTo>
                  <a:pt x="2604728" y="6115515"/>
                </a:moveTo>
                <a:cubicBezTo>
                  <a:pt x="2647606" y="6115725"/>
                  <a:pt x="2690448" y="6132562"/>
                  <a:pt x="2723616" y="6165982"/>
                </a:cubicBezTo>
                <a:cubicBezTo>
                  <a:pt x="2789277" y="6232149"/>
                  <a:pt x="2789053" y="6339262"/>
                  <a:pt x="2722998" y="6404529"/>
                </a:cubicBezTo>
                <a:cubicBezTo>
                  <a:pt x="2657169" y="6469573"/>
                  <a:pt x="2548931" y="6469011"/>
                  <a:pt x="2483889" y="6403350"/>
                </a:cubicBezTo>
                <a:cubicBezTo>
                  <a:pt x="2418452" y="6337240"/>
                  <a:pt x="2419239" y="6230744"/>
                  <a:pt x="2485629" y="6164801"/>
                </a:cubicBezTo>
                <a:cubicBezTo>
                  <a:pt x="2518938" y="6131718"/>
                  <a:pt x="2561850" y="6115304"/>
                  <a:pt x="2604728" y="6115515"/>
                </a:cubicBezTo>
                <a:close/>
                <a:moveTo>
                  <a:pt x="4284149" y="6001015"/>
                </a:moveTo>
                <a:cubicBezTo>
                  <a:pt x="4280667" y="6025335"/>
                  <a:pt x="4277465" y="6047634"/>
                  <a:pt x="4275050" y="6064765"/>
                </a:cubicBezTo>
                <a:cubicBezTo>
                  <a:pt x="4302628" y="6065552"/>
                  <a:pt x="4330601" y="6066338"/>
                  <a:pt x="4358292" y="6067180"/>
                </a:cubicBezTo>
                <a:cubicBezTo>
                  <a:pt x="4355427" y="6047354"/>
                  <a:pt x="4352225" y="6024999"/>
                  <a:pt x="4349585" y="6006182"/>
                </a:cubicBezTo>
                <a:cubicBezTo>
                  <a:pt x="4325938" y="6004329"/>
                  <a:pt x="4304706" y="6002644"/>
                  <a:pt x="4284149" y="6001015"/>
                </a:cubicBezTo>
                <a:close/>
                <a:moveTo>
                  <a:pt x="4935649" y="5996465"/>
                </a:moveTo>
                <a:cubicBezTo>
                  <a:pt x="4908574" y="5997251"/>
                  <a:pt x="4880716" y="5998038"/>
                  <a:pt x="4854260" y="5998768"/>
                </a:cubicBezTo>
                <a:cubicBezTo>
                  <a:pt x="4849935" y="6026178"/>
                  <a:pt x="4845891" y="6051398"/>
                  <a:pt x="4841736" y="6077796"/>
                </a:cubicBezTo>
                <a:cubicBezTo>
                  <a:pt x="4860214" y="6077178"/>
                  <a:pt x="4879030" y="6075325"/>
                  <a:pt x="4897734" y="6076224"/>
                </a:cubicBezTo>
                <a:cubicBezTo>
                  <a:pt x="4915934" y="6077122"/>
                  <a:pt x="4934020" y="6080830"/>
                  <a:pt x="4951656" y="6083246"/>
                </a:cubicBezTo>
                <a:cubicBezTo>
                  <a:pt x="4946096" y="6053251"/>
                  <a:pt x="4940984" y="6025391"/>
                  <a:pt x="4935649" y="5996465"/>
                </a:cubicBezTo>
                <a:close/>
                <a:moveTo>
                  <a:pt x="3695332" y="5996241"/>
                </a:moveTo>
                <a:cubicBezTo>
                  <a:pt x="3690222" y="6025447"/>
                  <a:pt x="3685166" y="6054149"/>
                  <a:pt x="3680167" y="6082909"/>
                </a:cubicBezTo>
                <a:cubicBezTo>
                  <a:pt x="3698760" y="6080548"/>
                  <a:pt x="3717352" y="6076842"/>
                  <a:pt x="3736112" y="6076112"/>
                </a:cubicBezTo>
                <a:cubicBezTo>
                  <a:pt x="3754591" y="6075381"/>
                  <a:pt x="3773183" y="6077629"/>
                  <a:pt x="3791382" y="6078527"/>
                </a:cubicBezTo>
                <a:cubicBezTo>
                  <a:pt x="3787001" y="6050949"/>
                  <a:pt x="3782957" y="6024943"/>
                  <a:pt x="3778800" y="5998656"/>
                </a:cubicBezTo>
                <a:cubicBezTo>
                  <a:pt x="3750772" y="5997812"/>
                  <a:pt x="3722687" y="5997027"/>
                  <a:pt x="3695332" y="5996241"/>
                </a:cubicBezTo>
                <a:close/>
                <a:moveTo>
                  <a:pt x="3091352" y="5960236"/>
                </a:moveTo>
                <a:cubicBezTo>
                  <a:pt x="3102362" y="6021571"/>
                  <a:pt x="3087476" y="6078807"/>
                  <a:pt x="3050237" y="6130990"/>
                </a:cubicBezTo>
                <a:cubicBezTo>
                  <a:pt x="3110056" y="6089367"/>
                  <a:pt x="3173920" y="6078865"/>
                  <a:pt x="3244018" y="6102230"/>
                </a:cubicBezTo>
                <a:cubicBezTo>
                  <a:pt x="3237840" y="6077853"/>
                  <a:pt x="3230482" y="6056228"/>
                  <a:pt x="3227280" y="6034042"/>
                </a:cubicBezTo>
                <a:cubicBezTo>
                  <a:pt x="3223966" y="6011181"/>
                  <a:pt x="3224584" y="5987760"/>
                  <a:pt x="3223686" y="5968774"/>
                </a:cubicBezTo>
                <a:cubicBezTo>
                  <a:pt x="3178638" y="5965852"/>
                  <a:pt x="3135501" y="5963101"/>
                  <a:pt x="3091352" y="5960236"/>
                </a:cubicBezTo>
                <a:close/>
                <a:moveTo>
                  <a:pt x="1174059" y="5929316"/>
                </a:moveTo>
                <a:cubicBezTo>
                  <a:pt x="1191394" y="5929245"/>
                  <a:pt x="1208751" y="5936028"/>
                  <a:pt x="1222400" y="5949677"/>
                </a:cubicBezTo>
                <a:cubicBezTo>
                  <a:pt x="1249248" y="5976526"/>
                  <a:pt x="1249191" y="6020674"/>
                  <a:pt x="1222286" y="6046737"/>
                </a:cubicBezTo>
                <a:cubicBezTo>
                  <a:pt x="1196336" y="6071899"/>
                  <a:pt x="1152974" y="6072069"/>
                  <a:pt x="1126743" y="6047129"/>
                </a:cubicBezTo>
                <a:cubicBezTo>
                  <a:pt x="1099614" y="6021347"/>
                  <a:pt x="1099221" y="5977030"/>
                  <a:pt x="1125846" y="5950069"/>
                </a:cubicBezTo>
                <a:cubicBezTo>
                  <a:pt x="1139410" y="5936308"/>
                  <a:pt x="1156724" y="5929385"/>
                  <a:pt x="1174059" y="5929316"/>
                </a:cubicBezTo>
                <a:close/>
                <a:moveTo>
                  <a:pt x="1746136" y="5868127"/>
                </a:moveTo>
                <a:cubicBezTo>
                  <a:pt x="1779549" y="5868007"/>
                  <a:pt x="1812956" y="5880561"/>
                  <a:pt x="1838512" y="5905809"/>
                </a:cubicBezTo>
                <a:cubicBezTo>
                  <a:pt x="1889962" y="5956642"/>
                  <a:pt x="1889962" y="6042356"/>
                  <a:pt x="1838568" y="6093244"/>
                </a:cubicBezTo>
                <a:cubicBezTo>
                  <a:pt x="1787511" y="6143796"/>
                  <a:pt x="1704887" y="6143572"/>
                  <a:pt x="1653716" y="6092738"/>
                </a:cubicBezTo>
                <a:cubicBezTo>
                  <a:pt x="1601031" y="6040390"/>
                  <a:pt x="1601031" y="5958833"/>
                  <a:pt x="1653716" y="5906483"/>
                </a:cubicBezTo>
                <a:cubicBezTo>
                  <a:pt x="1679302" y="5881039"/>
                  <a:pt x="1712722" y="5868246"/>
                  <a:pt x="1746136" y="5868127"/>
                </a:cubicBezTo>
                <a:close/>
                <a:moveTo>
                  <a:pt x="2317419" y="5820728"/>
                </a:moveTo>
                <a:cubicBezTo>
                  <a:pt x="2362775" y="5820756"/>
                  <a:pt x="2408118" y="5837733"/>
                  <a:pt x="2442324" y="5871659"/>
                </a:cubicBezTo>
                <a:cubicBezTo>
                  <a:pt x="2511860" y="5940577"/>
                  <a:pt x="2511468" y="6053419"/>
                  <a:pt x="2441537" y="6122956"/>
                </a:cubicBezTo>
                <a:cubicBezTo>
                  <a:pt x="2372170" y="6191932"/>
                  <a:pt x="2262191" y="6191820"/>
                  <a:pt x="2192878" y="6122788"/>
                </a:cubicBezTo>
                <a:cubicBezTo>
                  <a:pt x="2123005" y="6053251"/>
                  <a:pt x="2122837" y="5940296"/>
                  <a:pt x="2192430" y="5871489"/>
                </a:cubicBezTo>
                <a:cubicBezTo>
                  <a:pt x="2226692" y="5837620"/>
                  <a:pt x="2272062" y="5820699"/>
                  <a:pt x="2317419" y="5820728"/>
                </a:cubicBezTo>
                <a:close/>
                <a:moveTo>
                  <a:pt x="3427914" y="5712926"/>
                </a:moveTo>
                <a:cubicBezTo>
                  <a:pt x="3426005" y="5731124"/>
                  <a:pt x="3424208" y="5747918"/>
                  <a:pt x="3422073" y="5767521"/>
                </a:cubicBezTo>
                <a:cubicBezTo>
                  <a:pt x="3437576" y="5766342"/>
                  <a:pt x="3449652" y="5765443"/>
                  <a:pt x="3463188" y="5764433"/>
                </a:cubicBezTo>
                <a:cubicBezTo>
                  <a:pt x="3461503" y="5746852"/>
                  <a:pt x="3459930" y="5731012"/>
                  <a:pt x="3458301" y="5714217"/>
                </a:cubicBezTo>
                <a:cubicBezTo>
                  <a:pt x="3447573" y="5713769"/>
                  <a:pt x="3438250" y="5713375"/>
                  <a:pt x="3427914" y="5712926"/>
                </a:cubicBezTo>
                <a:close/>
                <a:moveTo>
                  <a:pt x="2816968" y="5690514"/>
                </a:moveTo>
                <a:cubicBezTo>
                  <a:pt x="2820732" y="5732866"/>
                  <a:pt x="2813149" y="5773138"/>
                  <a:pt x="2791917" y="5816894"/>
                </a:cubicBezTo>
                <a:cubicBezTo>
                  <a:pt x="2839380" y="5794988"/>
                  <a:pt x="2883752" y="5788809"/>
                  <a:pt x="2930204" y="5797516"/>
                </a:cubicBezTo>
                <a:cubicBezTo>
                  <a:pt x="2925935" y="5762130"/>
                  <a:pt x="2921948" y="5728933"/>
                  <a:pt x="2918127" y="5697086"/>
                </a:cubicBezTo>
                <a:cubicBezTo>
                  <a:pt x="2885663" y="5695064"/>
                  <a:pt x="2853647" y="5692930"/>
                  <a:pt x="2816968" y="5690514"/>
                </a:cubicBezTo>
                <a:close/>
                <a:moveTo>
                  <a:pt x="889713" y="5654272"/>
                </a:moveTo>
                <a:cubicBezTo>
                  <a:pt x="905060" y="5654244"/>
                  <a:pt x="920380" y="5660183"/>
                  <a:pt x="931837" y="5672091"/>
                </a:cubicBezTo>
                <a:cubicBezTo>
                  <a:pt x="953970" y="5695064"/>
                  <a:pt x="953464" y="5732249"/>
                  <a:pt x="930771" y="5754602"/>
                </a:cubicBezTo>
                <a:cubicBezTo>
                  <a:pt x="907910" y="5777127"/>
                  <a:pt x="871232" y="5777070"/>
                  <a:pt x="848428" y="5754546"/>
                </a:cubicBezTo>
                <a:cubicBezTo>
                  <a:pt x="825623" y="5732023"/>
                  <a:pt x="825176" y="5695232"/>
                  <a:pt x="847417" y="5672260"/>
                </a:cubicBezTo>
                <a:cubicBezTo>
                  <a:pt x="858988" y="5660296"/>
                  <a:pt x="874365" y="5654300"/>
                  <a:pt x="889713" y="5654272"/>
                </a:cubicBezTo>
                <a:close/>
                <a:moveTo>
                  <a:pt x="1459429" y="5584560"/>
                </a:moveTo>
                <a:cubicBezTo>
                  <a:pt x="1492372" y="5584904"/>
                  <a:pt x="1525288" y="5597837"/>
                  <a:pt x="1550367" y="5623282"/>
                </a:cubicBezTo>
                <a:cubicBezTo>
                  <a:pt x="1600637" y="5674282"/>
                  <a:pt x="1599626" y="5754210"/>
                  <a:pt x="1548063" y="5804706"/>
                </a:cubicBezTo>
                <a:cubicBezTo>
                  <a:pt x="1498186" y="5853516"/>
                  <a:pt x="1417304" y="5853180"/>
                  <a:pt x="1368043" y="5803976"/>
                </a:cubicBezTo>
                <a:cubicBezTo>
                  <a:pt x="1318333" y="5754323"/>
                  <a:pt x="1318447" y="5670688"/>
                  <a:pt x="1368323" y="5621372"/>
                </a:cubicBezTo>
                <a:cubicBezTo>
                  <a:pt x="1393515" y="5596461"/>
                  <a:pt x="1426486" y="5584216"/>
                  <a:pt x="1459429" y="5584560"/>
                </a:cubicBezTo>
                <a:close/>
                <a:moveTo>
                  <a:pt x="2034575" y="5533110"/>
                </a:moveTo>
                <a:cubicBezTo>
                  <a:pt x="2080836" y="5533623"/>
                  <a:pt x="2126852" y="5551555"/>
                  <a:pt x="2161256" y="5586773"/>
                </a:cubicBezTo>
                <a:cubicBezTo>
                  <a:pt x="2230681" y="5657825"/>
                  <a:pt x="2229220" y="5770892"/>
                  <a:pt x="2157998" y="5841047"/>
                </a:cubicBezTo>
                <a:cubicBezTo>
                  <a:pt x="2087339" y="5910696"/>
                  <a:pt x="1972473" y="5909742"/>
                  <a:pt x="1903666" y="5838914"/>
                </a:cubicBezTo>
                <a:cubicBezTo>
                  <a:pt x="1834860" y="5768140"/>
                  <a:pt x="1836096" y="5652433"/>
                  <a:pt x="1906420" y="5583964"/>
                </a:cubicBezTo>
                <a:cubicBezTo>
                  <a:pt x="1941806" y="5549504"/>
                  <a:pt x="1988313" y="5532598"/>
                  <a:pt x="2034575" y="5533110"/>
                </a:cubicBezTo>
                <a:close/>
                <a:moveTo>
                  <a:pt x="2539215" y="5411076"/>
                </a:moveTo>
                <a:cubicBezTo>
                  <a:pt x="2534216" y="5444272"/>
                  <a:pt x="2529272" y="5476736"/>
                  <a:pt x="2524611" y="5507237"/>
                </a:cubicBezTo>
                <a:cubicBezTo>
                  <a:pt x="2557413" y="5502855"/>
                  <a:pt x="2590834" y="5498418"/>
                  <a:pt x="2624928" y="5493868"/>
                </a:cubicBezTo>
                <a:cubicBezTo>
                  <a:pt x="2622288" y="5468984"/>
                  <a:pt x="2619648" y="5443654"/>
                  <a:pt x="2616952" y="5418096"/>
                </a:cubicBezTo>
                <a:cubicBezTo>
                  <a:pt x="2590610" y="5415738"/>
                  <a:pt x="2564378" y="5413379"/>
                  <a:pt x="2539215" y="5411076"/>
                </a:cubicBezTo>
                <a:close/>
                <a:moveTo>
                  <a:pt x="603864" y="5383595"/>
                </a:moveTo>
                <a:cubicBezTo>
                  <a:pt x="615034" y="5383623"/>
                  <a:pt x="626084" y="5387934"/>
                  <a:pt x="634089" y="5396528"/>
                </a:cubicBezTo>
                <a:cubicBezTo>
                  <a:pt x="649142" y="5412649"/>
                  <a:pt x="648804" y="5440564"/>
                  <a:pt x="633415" y="5456235"/>
                </a:cubicBezTo>
                <a:cubicBezTo>
                  <a:pt x="616902" y="5473086"/>
                  <a:pt x="588929" y="5472524"/>
                  <a:pt x="572246" y="5455000"/>
                </a:cubicBezTo>
                <a:cubicBezTo>
                  <a:pt x="556184" y="5438205"/>
                  <a:pt x="556463" y="5412929"/>
                  <a:pt x="572921" y="5396359"/>
                </a:cubicBezTo>
                <a:cubicBezTo>
                  <a:pt x="581403" y="5387821"/>
                  <a:pt x="592693" y="5383567"/>
                  <a:pt x="603864" y="5383595"/>
                </a:cubicBezTo>
                <a:close/>
                <a:moveTo>
                  <a:pt x="1172809" y="5309747"/>
                </a:moveTo>
                <a:cubicBezTo>
                  <a:pt x="1202922" y="5309382"/>
                  <a:pt x="1233212" y="5320532"/>
                  <a:pt x="1256718" y="5343280"/>
                </a:cubicBezTo>
                <a:cubicBezTo>
                  <a:pt x="1303505" y="5388609"/>
                  <a:pt x="1304910" y="5463313"/>
                  <a:pt x="1259806" y="5510101"/>
                </a:cubicBezTo>
                <a:cubicBezTo>
                  <a:pt x="1213805" y="5557788"/>
                  <a:pt x="1137697" y="5558744"/>
                  <a:pt x="1090851" y="5512122"/>
                </a:cubicBezTo>
                <a:cubicBezTo>
                  <a:pt x="1044568" y="5466121"/>
                  <a:pt x="1044175" y="5392035"/>
                  <a:pt x="1089954" y="5345303"/>
                </a:cubicBezTo>
                <a:cubicBezTo>
                  <a:pt x="1112758" y="5321992"/>
                  <a:pt x="1142695" y="5310112"/>
                  <a:pt x="1172809" y="5309747"/>
                </a:cubicBezTo>
                <a:close/>
                <a:moveTo>
                  <a:pt x="1746557" y="5249115"/>
                </a:moveTo>
                <a:cubicBezTo>
                  <a:pt x="1791667" y="5249114"/>
                  <a:pt x="1836742" y="5266218"/>
                  <a:pt x="1871090" y="5300425"/>
                </a:cubicBezTo>
                <a:cubicBezTo>
                  <a:pt x="1940008" y="5369063"/>
                  <a:pt x="1939728" y="5484208"/>
                  <a:pt x="1870471" y="5552340"/>
                </a:cubicBezTo>
                <a:cubicBezTo>
                  <a:pt x="1800541" y="5621148"/>
                  <a:pt x="1688428" y="5619687"/>
                  <a:pt x="1619173" y="5549082"/>
                </a:cubicBezTo>
                <a:cubicBezTo>
                  <a:pt x="1550871" y="5479491"/>
                  <a:pt x="1552052" y="5369568"/>
                  <a:pt x="1621813" y="5300425"/>
                </a:cubicBezTo>
                <a:cubicBezTo>
                  <a:pt x="1656301" y="5266218"/>
                  <a:pt x="1701446" y="5249114"/>
                  <a:pt x="1746557" y="5249115"/>
                </a:cubicBezTo>
                <a:close/>
                <a:moveTo>
                  <a:pt x="318239" y="5117273"/>
                </a:moveTo>
                <a:cubicBezTo>
                  <a:pt x="324304" y="5117315"/>
                  <a:pt x="330356" y="5119505"/>
                  <a:pt x="334877" y="5123830"/>
                </a:cubicBezTo>
                <a:cubicBezTo>
                  <a:pt x="343979" y="5132481"/>
                  <a:pt x="344708" y="5147421"/>
                  <a:pt x="336507" y="5157026"/>
                </a:cubicBezTo>
                <a:cubicBezTo>
                  <a:pt x="327464" y="5167586"/>
                  <a:pt x="311457" y="5168429"/>
                  <a:pt x="301403" y="5158879"/>
                </a:cubicBezTo>
                <a:cubicBezTo>
                  <a:pt x="291460" y="5149387"/>
                  <a:pt x="291516" y="5132985"/>
                  <a:pt x="301514" y="5123606"/>
                </a:cubicBezTo>
                <a:cubicBezTo>
                  <a:pt x="306092" y="5119337"/>
                  <a:pt x="312172" y="5117231"/>
                  <a:pt x="318239" y="5117273"/>
                </a:cubicBezTo>
                <a:close/>
                <a:moveTo>
                  <a:pt x="2247138" y="5115404"/>
                </a:moveTo>
                <a:cubicBezTo>
                  <a:pt x="2246238" y="5133939"/>
                  <a:pt x="2246520" y="5152025"/>
                  <a:pt x="2244274" y="5169719"/>
                </a:cubicBezTo>
                <a:cubicBezTo>
                  <a:pt x="2241971" y="5187693"/>
                  <a:pt x="2237196" y="5205330"/>
                  <a:pt x="2233770" y="5221732"/>
                </a:cubicBezTo>
                <a:cubicBezTo>
                  <a:pt x="2268650" y="5216339"/>
                  <a:pt x="2301228" y="5211284"/>
                  <a:pt x="2334367" y="5206173"/>
                </a:cubicBezTo>
                <a:cubicBezTo>
                  <a:pt x="2332064" y="5180110"/>
                  <a:pt x="2329650" y="5152139"/>
                  <a:pt x="2327179" y="5124503"/>
                </a:cubicBezTo>
                <a:cubicBezTo>
                  <a:pt x="2300554" y="5121414"/>
                  <a:pt x="2275166" y="5118550"/>
                  <a:pt x="2247138" y="5115404"/>
                </a:cubicBezTo>
                <a:close/>
                <a:moveTo>
                  <a:pt x="887691" y="5038678"/>
                </a:moveTo>
                <a:cubicBezTo>
                  <a:pt x="913908" y="5038706"/>
                  <a:pt x="940096" y="5048367"/>
                  <a:pt x="959811" y="5067661"/>
                </a:cubicBezTo>
                <a:cubicBezTo>
                  <a:pt x="1000364" y="5107317"/>
                  <a:pt x="1000476" y="5172921"/>
                  <a:pt x="960092" y="5213476"/>
                </a:cubicBezTo>
                <a:cubicBezTo>
                  <a:pt x="919257" y="5254479"/>
                  <a:pt x="855619" y="5254365"/>
                  <a:pt x="814840" y="5213308"/>
                </a:cubicBezTo>
                <a:cubicBezTo>
                  <a:pt x="774510" y="5172697"/>
                  <a:pt x="774792" y="5106923"/>
                  <a:pt x="815401" y="5067493"/>
                </a:cubicBezTo>
                <a:cubicBezTo>
                  <a:pt x="835229" y="5048255"/>
                  <a:pt x="861474" y="5038650"/>
                  <a:pt x="887691" y="5038678"/>
                </a:cubicBezTo>
                <a:close/>
                <a:moveTo>
                  <a:pt x="1459724" y="4971930"/>
                </a:moveTo>
                <a:cubicBezTo>
                  <a:pt x="1502721" y="4971586"/>
                  <a:pt x="1545844" y="4987818"/>
                  <a:pt x="1579349" y="5020705"/>
                </a:cubicBezTo>
                <a:cubicBezTo>
                  <a:pt x="1646078" y="5086197"/>
                  <a:pt x="1647539" y="5192973"/>
                  <a:pt x="1582607" y="5259534"/>
                </a:cubicBezTo>
                <a:cubicBezTo>
                  <a:pt x="1516834" y="5326936"/>
                  <a:pt x="1407923" y="5327780"/>
                  <a:pt x="1341420" y="5261443"/>
                </a:cubicBezTo>
                <a:cubicBezTo>
                  <a:pt x="1275421" y="5195614"/>
                  <a:pt x="1275142" y="5089119"/>
                  <a:pt x="1340858" y="5022614"/>
                </a:cubicBezTo>
                <a:cubicBezTo>
                  <a:pt x="1373857" y="4989194"/>
                  <a:pt x="1416728" y="4972273"/>
                  <a:pt x="1459724" y="4971930"/>
                </a:cubicBezTo>
                <a:close/>
                <a:moveTo>
                  <a:pt x="1947366" y="4813329"/>
                </a:moveTo>
                <a:cubicBezTo>
                  <a:pt x="1956466" y="4860680"/>
                  <a:pt x="1950456" y="4903198"/>
                  <a:pt x="1934055" y="4941619"/>
                </a:cubicBezTo>
                <a:cubicBezTo>
                  <a:pt x="1974664" y="4934709"/>
                  <a:pt x="2015218" y="4927801"/>
                  <a:pt x="2055267" y="4921004"/>
                </a:cubicBezTo>
                <a:cubicBezTo>
                  <a:pt x="2052738" y="4890897"/>
                  <a:pt x="2050042" y="4858433"/>
                  <a:pt x="2047346" y="4826303"/>
                </a:cubicBezTo>
                <a:cubicBezTo>
                  <a:pt x="2029765" y="4825012"/>
                  <a:pt x="2013700" y="4824562"/>
                  <a:pt x="1997805" y="4822484"/>
                </a:cubicBezTo>
                <a:cubicBezTo>
                  <a:pt x="1981628" y="4820407"/>
                  <a:pt x="1965621" y="4816755"/>
                  <a:pt x="1947366" y="4813329"/>
                </a:cubicBezTo>
                <a:close/>
                <a:moveTo>
                  <a:pt x="603181" y="4777396"/>
                </a:moveTo>
                <a:cubicBezTo>
                  <a:pt x="623642" y="4777325"/>
                  <a:pt x="644058" y="4785048"/>
                  <a:pt x="659421" y="4800579"/>
                </a:cubicBezTo>
                <a:cubicBezTo>
                  <a:pt x="689864" y="4831417"/>
                  <a:pt x="689415" y="4883822"/>
                  <a:pt x="658411" y="4913759"/>
                </a:cubicBezTo>
                <a:cubicBezTo>
                  <a:pt x="627686" y="4943417"/>
                  <a:pt x="578314" y="4943247"/>
                  <a:pt x="547700" y="4913254"/>
                </a:cubicBezTo>
                <a:cubicBezTo>
                  <a:pt x="515855" y="4882023"/>
                  <a:pt x="515405" y="4832483"/>
                  <a:pt x="546691" y="4800973"/>
                </a:cubicBezTo>
                <a:cubicBezTo>
                  <a:pt x="562221" y="4785329"/>
                  <a:pt x="582722" y="4777466"/>
                  <a:pt x="603181" y="4777396"/>
                </a:cubicBezTo>
                <a:close/>
                <a:moveTo>
                  <a:pt x="1175091" y="4699771"/>
                </a:moveTo>
                <a:cubicBezTo>
                  <a:pt x="1215195" y="4699996"/>
                  <a:pt x="1255230" y="4715512"/>
                  <a:pt x="1285307" y="4746265"/>
                </a:cubicBezTo>
                <a:cubicBezTo>
                  <a:pt x="1344846" y="4807151"/>
                  <a:pt x="1343667" y="4904491"/>
                  <a:pt x="1282668" y="4964649"/>
                </a:cubicBezTo>
                <a:cubicBezTo>
                  <a:pt x="1221443" y="5025029"/>
                  <a:pt x="1125452" y="5024468"/>
                  <a:pt x="1064678" y="4963413"/>
                </a:cubicBezTo>
                <a:cubicBezTo>
                  <a:pt x="1004296" y="4902751"/>
                  <a:pt x="1004184" y="4805410"/>
                  <a:pt x="1064452" y="4745030"/>
                </a:cubicBezTo>
                <a:cubicBezTo>
                  <a:pt x="1094811" y="4714614"/>
                  <a:pt x="1134987" y="4699546"/>
                  <a:pt x="1175091" y="4699771"/>
                </a:cubicBezTo>
                <a:close/>
                <a:moveTo>
                  <a:pt x="319131" y="4520825"/>
                </a:moveTo>
                <a:cubicBezTo>
                  <a:pt x="332899" y="4521085"/>
                  <a:pt x="346534" y="4526421"/>
                  <a:pt x="355942" y="4536756"/>
                </a:cubicBezTo>
                <a:cubicBezTo>
                  <a:pt x="374702" y="4557370"/>
                  <a:pt x="373410" y="4589218"/>
                  <a:pt x="353078" y="4608708"/>
                </a:cubicBezTo>
                <a:cubicBezTo>
                  <a:pt x="332463" y="4628423"/>
                  <a:pt x="301796" y="4627805"/>
                  <a:pt x="281688" y="4607304"/>
                </a:cubicBezTo>
                <a:cubicBezTo>
                  <a:pt x="262085" y="4587252"/>
                  <a:pt x="262029" y="4554954"/>
                  <a:pt x="281518" y="4535351"/>
                </a:cubicBezTo>
                <a:cubicBezTo>
                  <a:pt x="291460" y="4525381"/>
                  <a:pt x="305362" y="4520565"/>
                  <a:pt x="319131" y="4520825"/>
                </a:cubicBezTo>
                <a:close/>
                <a:moveTo>
                  <a:pt x="889432" y="4435323"/>
                </a:moveTo>
                <a:cubicBezTo>
                  <a:pt x="923680" y="4435484"/>
                  <a:pt x="957930" y="4448711"/>
                  <a:pt x="984245" y="4474971"/>
                </a:cubicBezTo>
                <a:cubicBezTo>
                  <a:pt x="1037211" y="4527881"/>
                  <a:pt x="1037491" y="4611011"/>
                  <a:pt x="984861" y="4664091"/>
                </a:cubicBezTo>
                <a:cubicBezTo>
                  <a:pt x="931614" y="4717731"/>
                  <a:pt x="845619" y="4717787"/>
                  <a:pt x="793214" y="4664203"/>
                </a:cubicBezTo>
                <a:cubicBezTo>
                  <a:pt x="741931" y="4611740"/>
                  <a:pt x="742549" y="4525578"/>
                  <a:pt x="794619" y="4474073"/>
                </a:cubicBezTo>
                <a:cubicBezTo>
                  <a:pt x="820934" y="4448066"/>
                  <a:pt x="855183" y="4435161"/>
                  <a:pt x="889432" y="4435323"/>
                </a:cubicBezTo>
                <a:close/>
                <a:moveTo>
                  <a:pt x="1982752" y="4282929"/>
                </a:moveTo>
                <a:cubicBezTo>
                  <a:pt x="1981966" y="4296129"/>
                  <a:pt x="1981292" y="4306240"/>
                  <a:pt x="1980561" y="4318765"/>
                </a:cubicBezTo>
                <a:cubicBezTo>
                  <a:pt x="1998535" y="4316854"/>
                  <a:pt x="2014881" y="4315169"/>
                  <a:pt x="2033024" y="4313260"/>
                </a:cubicBezTo>
                <a:cubicBezTo>
                  <a:pt x="2031676" y="4302532"/>
                  <a:pt x="2030721" y="4294668"/>
                  <a:pt x="2029709" y="4286635"/>
                </a:cubicBezTo>
                <a:cubicBezTo>
                  <a:pt x="2013532" y="4285344"/>
                  <a:pt x="1999546" y="4284220"/>
                  <a:pt x="1982752" y="4282929"/>
                </a:cubicBezTo>
                <a:close/>
                <a:moveTo>
                  <a:pt x="31982" y="4265391"/>
                </a:moveTo>
                <a:cubicBezTo>
                  <a:pt x="36286" y="4265559"/>
                  <a:pt x="40527" y="4267567"/>
                  <a:pt x="44599" y="4271358"/>
                </a:cubicBezTo>
                <a:cubicBezTo>
                  <a:pt x="52464" y="4278717"/>
                  <a:pt x="52519" y="4292478"/>
                  <a:pt x="45106" y="4299556"/>
                </a:cubicBezTo>
                <a:cubicBezTo>
                  <a:pt x="37804" y="4306576"/>
                  <a:pt x="23424" y="4306014"/>
                  <a:pt x="16628" y="4298488"/>
                </a:cubicBezTo>
                <a:cubicBezTo>
                  <a:pt x="9438" y="4290569"/>
                  <a:pt x="10449" y="4277482"/>
                  <a:pt x="18987" y="4270460"/>
                </a:cubicBezTo>
                <a:cubicBezTo>
                  <a:pt x="23311" y="4266893"/>
                  <a:pt x="27678" y="4265222"/>
                  <a:pt x="31982" y="4265391"/>
                </a:cubicBezTo>
                <a:close/>
                <a:moveTo>
                  <a:pt x="603225" y="4178436"/>
                </a:moveTo>
                <a:cubicBezTo>
                  <a:pt x="630016" y="4178021"/>
                  <a:pt x="656949" y="4187865"/>
                  <a:pt x="678070" y="4208058"/>
                </a:cubicBezTo>
                <a:cubicBezTo>
                  <a:pt x="721150" y="4249229"/>
                  <a:pt x="722778" y="4316687"/>
                  <a:pt x="681720" y="4359207"/>
                </a:cubicBezTo>
                <a:cubicBezTo>
                  <a:pt x="640829" y="4401614"/>
                  <a:pt x="572303" y="4402681"/>
                  <a:pt x="530290" y="4361510"/>
                </a:cubicBezTo>
                <a:cubicBezTo>
                  <a:pt x="487882" y="4320169"/>
                  <a:pt x="487432" y="4252711"/>
                  <a:pt x="529223" y="4210360"/>
                </a:cubicBezTo>
                <a:cubicBezTo>
                  <a:pt x="549780" y="4189522"/>
                  <a:pt x="576431" y="4178850"/>
                  <a:pt x="603225" y="4178436"/>
                </a:cubicBezTo>
                <a:close/>
                <a:moveTo>
                  <a:pt x="1174423" y="4108111"/>
                </a:moveTo>
                <a:cubicBezTo>
                  <a:pt x="1219591" y="4108146"/>
                  <a:pt x="1264751" y="4125769"/>
                  <a:pt x="1299742" y="4160987"/>
                </a:cubicBezTo>
                <a:cubicBezTo>
                  <a:pt x="1368211" y="4229905"/>
                  <a:pt x="1368437" y="4341400"/>
                  <a:pt x="1300135" y="4410264"/>
                </a:cubicBezTo>
                <a:cubicBezTo>
                  <a:pt x="1231667" y="4479295"/>
                  <a:pt x="1116521" y="4479182"/>
                  <a:pt x="1048219" y="4410038"/>
                </a:cubicBezTo>
                <a:cubicBezTo>
                  <a:pt x="980086" y="4341007"/>
                  <a:pt x="980425" y="4229625"/>
                  <a:pt x="1049063" y="4160763"/>
                </a:cubicBezTo>
                <a:cubicBezTo>
                  <a:pt x="1084084" y="4125629"/>
                  <a:pt x="1129258" y="4108076"/>
                  <a:pt x="1174423" y="4108111"/>
                </a:cubicBezTo>
                <a:close/>
                <a:moveTo>
                  <a:pt x="1670792" y="3954960"/>
                </a:moveTo>
                <a:cubicBezTo>
                  <a:pt x="1668825" y="3991864"/>
                  <a:pt x="1666972" y="4027924"/>
                  <a:pt x="1665119" y="4063198"/>
                </a:cubicBezTo>
                <a:cubicBezTo>
                  <a:pt x="1692866" y="4058199"/>
                  <a:pt x="1720670" y="4053199"/>
                  <a:pt x="1748922" y="4048144"/>
                </a:cubicBezTo>
                <a:cubicBezTo>
                  <a:pt x="1748193" y="4021577"/>
                  <a:pt x="1747519" y="3994334"/>
                  <a:pt x="1746788" y="3966588"/>
                </a:cubicBezTo>
                <a:cubicBezTo>
                  <a:pt x="1720670" y="3962600"/>
                  <a:pt x="1694888" y="3958668"/>
                  <a:pt x="1670792" y="3954960"/>
                </a:cubicBezTo>
                <a:close/>
                <a:moveTo>
                  <a:pt x="317410" y="3928724"/>
                </a:moveTo>
                <a:cubicBezTo>
                  <a:pt x="335089" y="3928562"/>
                  <a:pt x="352825" y="3934993"/>
                  <a:pt x="366389" y="3948053"/>
                </a:cubicBezTo>
                <a:cubicBezTo>
                  <a:pt x="394641" y="3975182"/>
                  <a:pt x="394979" y="4019723"/>
                  <a:pt x="367175" y="4047472"/>
                </a:cubicBezTo>
                <a:cubicBezTo>
                  <a:pt x="340047" y="4074544"/>
                  <a:pt x="297415" y="4074938"/>
                  <a:pt x="269835" y="4048427"/>
                </a:cubicBezTo>
                <a:cubicBezTo>
                  <a:pt x="241582" y="4021184"/>
                  <a:pt x="241077" y="3976587"/>
                  <a:pt x="268769" y="3948951"/>
                </a:cubicBezTo>
                <a:cubicBezTo>
                  <a:pt x="282108" y="3935639"/>
                  <a:pt x="299731" y="3928885"/>
                  <a:pt x="317410" y="3928724"/>
                </a:cubicBezTo>
                <a:close/>
                <a:moveTo>
                  <a:pt x="889629" y="3848156"/>
                </a:moveTo>
                <a:cubicBezTo>
                  <a:pt x="928540" y="3848044"/>
                  <a:pt x="967451" y="3862816"/>
                  <a:pt x="997220" y="3892501"/>
                </a:cubicBezTo>
                <a:cubicBezTo>
                  <a:pt x="1056533" y="3951590"/>
                  <a:pt x="1056701" y="4048706"/>
                  <a:pt x="997556" y="4107965"/>
                </a:cubicBezTo>
                <a:cubicBezTo>
                  <a:pt x="938130" y="4167502"/>
                  <a:pt x="842138" y="4167502"/>
                  <a:pt x="782374" y="4107965"/>
                </a:cubicBezTo>
                <a:cubicBezTo>
                  <a:pt x="722328" y="4048144"/>
                  <a:pt x="722160" y="3953163"/>
                  <a:pt x="782038" y="3893119"/>
                </a:cubicBezTo>
                <a:cubicBezTo>
                  <a:pt x="811806" y="3863265"/>
                  <a:pt x="850717" y="3848268"/>
                  <a:pt x="889629" y="3848156"/>
                </a:cubicBezTo>
                <a:close/>
                <a:moveTo>
                  <a:pt x="32727" y="3682248"/>
                </a:moveTo>
                <a:cubicBezTo>
                  <a:pt x="41033" y="3682318"/>
                  <a:pt x="49401" y="3685604"/>
                  <a:pt x="55664" y="3692091"/>
                </a:cubicBezTo>
                <a:cubicBezTo>
                  <a:pt x="68020" y="3704842"/>
                  <a:pt x="68020" y="3722366"/>
                  <a:pt x="55720" y="3735117"/>
                </a:cubicBezTo>
                <a:cubicBezTo>
                  <a:pt x="43195" y="3748092"/>
                  <a:pt x="22244" y="3748372"/>
                  <a:pt x="10224" y="3735623"/>
                </a:cubicBezTo>
                <a:cubicBezTo>
                  <a:pt x="-672" y="3724107"/>
                  <a:pt x="-729" y="3703269"/>
                  <a:pt x="10168" y="3691698"/>
                </a:cubicBezTo>
                <a:cubicBezTo>
                  <a:pt x="16178" y="3685323"/>
                  <a:pt x="24421" y="3682178"/>
                  <a:pt x="32727" y="3682248"/>
                </a:cubicBezTo>
                <a:close/>
                <a:moveTo>
                  <a:pt x="601432" y="3595188"/>
                </a:moveTo>
                <a:cubicBezTo>
                  <a:pt x="631603" y="3594780"/>
                  <a:pt x="661892" y="3605873"/>
                  <a:pt x="685201" y="3628566"/>
                </a:cubicBezTo>
                <a:cubicBezTo>
                  <a:pt x="731877" y="3674006"/>
                  <a:pt x="733282" y="3748879"/>
                  <a:pt x="688404" y="3795499"/>
                </a:cubicBezTo>
                <a:cubicBezTo>
                  <a:pt x="642289" y="3843411"/>
                  <a:pt x="566799" y="3844365"/>
                  <a:pt x="519561" y="3797633"/>
                </a:cubicBezTo>
                <a:cubicBezTo>
                  <a:pt x="473165" y="3751743"/>
                  <a:pt x="472661" y="3677545"/>
                  <a:pt x="518381" y="3630813"/>
                </a:cubicBezTo>
                <a:cubicBezTo>
                  <a:pt x="541213" y="3607503"/>
                  <a:pt x="571263" y="3595595"/>
                  <a:pt x="601432" y="3595188"/>
                </a:cubicBezTo>
                <a:close/>
                <a:moveTo>
                  <a:pt x="1683431" y="3387829"/>
                </a:moveTo>
                <a:cubicBezTo>
                  <a:pt x="1683093" y="3414786"/>
                  <a:pt x="1682812" y="3442591"/>
                  <a:pt x="1682475" y="3470113"/>
                </a:cubicBezTo>
                <a:cubicBezTo>
                  <a:pt x="1699606" y="3467585"/>
                  <a:pt x="1721737" y="3464328"/>
                  <a:pt x="1741676" y="3461406"/>
                </a:cubicBezTo>
                <a:cubicBezTo>
                  <a:pt x="1741676" y="3438715"/>
                  <a:pt x="1741620" y="3417539"/>
                  <a:pt x="1741620" y="3396253"/>
                </a:cubicBezTo>
                <a:cubicBezTo>
                  <a:pt x="1720444" y="3393165"/>
                  <a:pt x="1698090" y="3389962"/>
                  <a:pt x="1683431" y="3387829"/>
                </a:cubicBezTo>
                <a:close/>
                <a:moveTo>
                  <a:pt x="318161" y="3352366"/>
                </a:moveTo>
                <a:cubicBezTo>
                  <a:pt x="337940" y="3352387"/>
                  <a:pt x="357711" y="3359659"/>
                  <a:pt x="372399" y="3374179"/>
                </a:cubicBezTo>
                <a:cubicBezTo>
                  <a:pt x="402729" y="3404174"/>
                  <a:pt x="402000" y="3454049"/>
                  <a:pt x="370713" y="3484156"/>
                </a:cubicBezTo>
                <a:cubicBezTo>
                  <a:pt x="340215" y="3513532"/>
                  <a:pt x="293033" y="3512634"/>
                  <a:pt x="263264" y="3482078"/>
                </a:cubicBezTo>
                <a:cubicBezTo>
                  <a:pt x="234000" y="3452028"/>
                  <a:pt x="234280" y="3403218"/>
                  <a:pt x="263882" y="3374067"/>
                </a:cubicBezTo>
                <a:cubicBezTo>
                  <a:pt x="278598" y="3359576"/>
                  <a:pt x="298384" y="3352345"/>
                  <a:pt x="318161" y="3352366"/>
                </a:cubicBezTo>
                <a:close/>
                <a:moveTo>
                  <a:pt x="893076" y="3268697"/>
                </a:moveTo>
                <a:cubicBezTo>
                  <a:pt x="933707" y="3269524"/>
                  <a:pt x="974021" y="3286081"/>
                  <a:pt x="1004634" y="3318180"/>
                </a:cubicBezTo>
                <a:cubicBezTo>
                  <a:pt x="1064228" y="3380696"/>
                  <a:pt x="1061587" y="3481010"/>
                  <a:pt x="998792" y="3541392"/>
                </a:cubicBezTo>
                <a:cubicBezTo>
                  <a:pt x="936276" y="3601549"/>
                  <a:pt x="836295" y="3599302"/>
                  <a:pt x="775801" y="3536337"/>
                </a:cubicBezTo>
                <a:cubicBezTo>
                  <a:pt x="715083" y="3473147"/>
                  <a:pt x="716769" y="3374349"/>
                  <a:pt x="779621" y="3313574"/>
                </a:cubicBezTo>
                <a:cubicBezTo>
                  <a:pt x="811498" y="3282766"/>
                  <a:pt x="852445" y="3267867"/>
                  <a:pt x="893076" y="3268697"/>
                </a:cubicBezTo>
                <a:close/>
                <a:moveTo>
                  <a:pt x="31772" y="3110878"/>
                </a:moveTo>
                <a:cubicBezTo>
                  <a:pt x="40288" y="3110989"/>
                  <a:pt x="48756" y="3114176"/>
                  <a:pt x="54541" y="3120411"/>
                </a:cubicBezTo>
                <a:cubicBezTo>
                  <a:pt x="66562" y="3133330"/>
                  <a:pt x="65213" y="3153888"/>
                  <a:pt x="51508" y="3165795"/>
                </a:cubicBezTo>
                <a:cubicBezTo>
                  <a:pt x="38420" y="3177141"/>
                  <a:pt x="20447" y="3176074"/>
                  <a:pt x="8483" y="3163269"/>
                </a:cubicBezTo>
                <a:cubicBezTo>
                  <a:pt x="-2920" y="3151024"/>
                  <a:pt x="-2807" y="3131477"/>
                  <a:pt x="8708" y="3119794"/>
                </a:cubicBezTo>
                <a:cubicBezTo>
                  <a:pt x="14689" y="3113727"/>
                  <a:pt x="23256" y="3110766"/>
                  <a:pt x="31772" y="3110878"/>
                </a:cubicBezTo>
                <a:close/>
                <a:moveTo>
                  <a:pt x="606264" y="3022910"/>
                </a:moveTo>
                <a:cubicBezTo>
                  <a:pt x="636728" y="3023324"/>
                  <a:pt x="667114" y="3035540"/>
                  <a:pt x="690425" y="3059469"/>
                </a:cubicBezTo>
                <a:cubicBezTo>
                  <a:pt x="735641" y="3105862"/>
                  <a:pt x="735305" y="3180792"/>
                  <a:pt x="689583" y="3226681"/>
                </a:cubicBezTo>
                <a:cubicBezTo>
                  <a:pt x="643468" y="3272964"/>
                  <a:pt x="565619" y="3272852"/>
                  <a:pt x="519841" y="3226400"/>
                </a:cubicBezTo>
                <a:cubicBezTo>
                  <a:pt x="473447" y="3179387"/>
                  <a:pt x="474234" y="3103729"/>
                  <a:pt x="521639" y="3057166"/>
                </a:cubicBezTo>
                <a:cubicBezTo>
                  <a:pt x="545259" y="3033883"/>
                  <a:pt x="575800" y="3022495"/>
                  <a:pt x="606264" y="3022910"/>
                </a:cubicBezTo>
                <a:close/>
                <a:moveTo>
                  <a:pt x="1665961" y="2793400"/>
                </a:moveTo>
                <a:cubicBezTo>
                  <a:pt x="1667310" y="2829630"/>
                  <a:pt x="1668657" y="2866084"/>
                  <a:pt x="1670006" y="2903097"/>
                </a:cubicBezTo>
                <a:cubicBezTo>
                  <a:pt x="1694215" y="2899279"/>
                  <a:pt x="1720670" y="2895121"/>
                  <a:pt x="1746788" y="2891022"/>
                </a:cubicBezTo>
                <a:cubicBezTo>
                  <a:pt x="1747519" y="2862151"/>
                  <a:pt x="1748193" y="2835020"/>
                  <a:pt x="1748922" y="2807667"/>
                </a:cubicBezTo>
                <a:cubicBezTo>
                  <a:pt x="1719827" y="2802724"/>
                  <a:pt x="1691518" y="2797837"/>
                  <a:pt x="1665961" y="2793400"/>
                </a:cubicBezTo>
                <a:close/>
                <a:moveTo>
                  <a:pt x="317951" y="2785703"/>
                </a:moveTo>
                <a:cubicBezTo>
                  <a:pt x="335862" y="2785675"/>
                  <a:pt x="353780" y="2792695"/>
                  <a:pt x="367625" y="2806765"/>
                </a:cubicBezTo>
                <a:cubicBezTo>
                  <a:pt x="395148" y="2834738"/>
                  <a:pt x="394418" y="2879279"/>
                  <a:pt x="365939" y="2906184"/>
                </a:cubicBezTo>
                <a:cubicBezTo>
                  <a:pt x="338586" y="2932022"/>
                  <a:pt x="294774" y="2931236"/>
                  <a:pt x="268319" y="2904387"/>
                </a:cubicBezTo>
                <a:cubicBezTo>
                  <a:pt x="241640" y="2877257"/>
                  <a:pt x="241640" y="2834176"/>
                  <a:pt x="268319" y="2806934"/>
                </a:cubicBezTo>
                <a:cubicBezTo>
                  <a:pt x="282136" y="2792808"/>
                  <a:pt x="300040" y="2785731"/>
                  <a:pt x="317951" y="2785703"/>
                </a:cubicBezTo>
                <a:close/>
                <a:moveTo>
                  <a:pt x="889207" y="2705157"/>
                </a:moveTo>
                <a:cubicBezTo>
                  <a:pt x="928103" y="2705199"/>
                  <a:pt x="967029" y="2720125"/>
                  <a:pt x="996882" y="2749923"/>
                </a:cubicBezTo>
                <a:cubicBezTo>
                  <a:pt x="1056814" y="2809799"/>
                  <a:pt x="1056869" y="2904836"/>
                  <a:pt x="996994" y="2964768"/>
                </a:cubicBezTo>
                <a:cubicBezTo>
                  <a:pt x="937399" y="3024419"/>
                  <a:pt x="841351" y="3024588"/>
                  <a:pt x="781812" y="2965161"/>
                </a:cubicBezTo>
                <a:cubicBezTo>
                  <a:pt x="722555" y="2906016"/>
                  <a:pt x="722499" y="2808900"/>
                  <a:pt x="781699" y="2749698"/>
                </a:cubicBezTo>
                <a:cubicBezTo>
                  <a:pt x="811441" y="2719956"/>
                  <a:pt x="850310" y="2705114"/>
                  <a:pt x="889207" y="2705157"/>
                </a:cubicBezTo>
                <a:close/>
                <a:moveTo>
                  <a:pt x="34292" y="2546567"/>
                </a:moveTo>
                <a:cubicBezTo>
                  <a:pt x="40316" y="2546792"/>
                  <a:pt x="46257" y="2549179"/>
                  <a:pt x="50667" y="2553673"/>
                </a:cubicBezTo>
                <a:cubicBezTo>
                  <a:pt x="59539" y="2562716"/>
                  <a:pt x="59766" y="2577656"/>
                  <a:pt x="51226" y="2586980"/>
                </a:cubicBezTo>
                <a:cubicBezTo>
                  <a:pt x="41960" y="2597147"/>
                  <a:pt x="25615" y="2597370"/>
                  <a:pt x="16010" y="2587542"/>
                </a:cubicBezTo>
                <a:cubicBezTo>
                  <a:pt x="6292" y="2577600"/>
                  <a:pt x="6966" y="2561591"/>
                  <a:pt x="17414" y="2552437"/>
                </a:cubicBezTo>
                <a:cubicBezTo>
                  <a:pt x="22159" y="2548280"/>
                  <a:pt x="28268" y="2546344"/>
                  <a:pt x="34292" y="2546567"/>
                </a:cubicBezTo>
                <a:close/>
                <a:moveTo>
                  <a:pt x="1978202" y="2535085"/>
                </a:moveTo>
                <a:cubicBezTo>
                  <a:pt x="1979214" y="2549296"/>
                  <a:pt x="1979999" y="2561202"/>
                  <a:pt x="1980955" y="2575636"/>
                </a:cubicBezTo>
                <a:cubicBezTo>
                  <a:pt x="1999434" y="2573782"/>
                  <a:pt x="2014262" y="2572265"/>
                  <a:pt x="2031057" y="2570581"/>
                </a:cubicBezTo>
                <a:cubicBezTo>
                  <a:pt x="2031506" y="2559968"/>
                  <a:pt x="2031956" y="2550250"/>
                  <a:pt x="2032350" y="2539971"/>
                </a:cubicBezTo>
                <a:cubicBezTo>
                  <a:pt x="2012691" y="2538174"/>
                  <a:pt x="1996290" y="2536713"/>
                  <a:pt x="1978202" y="2535085"/>
                </a:cubicBezTo>
                <a:close/>
                <a:moveTo>
                  <a:pt x="602213" y="2464926"/>
                </a:moveTo>
                <a:cubicBezTo>
                  <a:pt x="629131" y="2464996"/>
                  <a:pt x="656106" y="2475317"/>
                  <a:pt x="676833" y="2495875"/>
                </a:cubicBezTo>
                <a:cubicBezTo>
                  <a:pt x="718679" y="2537385"/>
                  <a:pt x="719240" y="2602369"/>
                  <a:pt x="678011" y="2644215"/>
                </a:cubicBezTo>
                <a:cubicBezTo>
                  <a:pt x="636111" y="2686734"/>
                  <a:pt x="568258" y="2687071"/>
                  <a:pt x="527088" y="2644944"/>
                </a:cubicBezTo>
                <a:cubicBezTo>
                  <a:pt x="486927" y="2603887"/>
                  <a:pt x="487321" y="2535980"/>
                  <a:pt x="527929" y="2495482"/>
                </a:cubicBezTo>
                <a:cubicBezTo>
                  <a:pt x="548432" y="2475036"/>
                  <a:pt x="575293" y="2464856"/>
                  <a:pt x="602213" y="2464926"/>
                </a:cubicBezTo>
                <a:close/>
                <a:moveTo>
                  <a:pt x="1177064" y="2393723"/>
                </a:moveTo>
                <a:cubicBezTo>
                  <a:pt x="1222173" y="2393716"/>
                  <a:pt x="1267250" y="2410806"/>
                  <a:pt x="1301596" y="2444986"/>
                </a:cubicBezTo>
                <a:cubicBezTo>
                  <a:pt x="1370570" y="2513625"/>
                  <a:pt x="1370290" y="2628769"/>
                  <a:pt x="1301034" y="2696900"/>
                </a:cubicBezTo>
                <a:cubicBezTo>
                  <a:pt x="1231892" y="2764979"/>
                  <a:pt x="1120621" y="2764415"/>
                  <a:pt x="1051759" y="2695720"/>
                </a:cubicBezTo>
                <a:cubicBezTo>
                  <a:pt x="981548" y="2625679"/>
                  <a:pt x="981827" y="2514971"/>
                  <a:pt x="1052320" y="2445042"/>
                </a:cubicBezTo>
                <a:cubicBezTo>
                  <a:pt x="1086809" y="2410834"/>
                  <a:pt x="1131953" y="2393730"/>
                  <a:pt x="1177064" y="2393723"/>
                </a:cubicBezTo>
                <a:close/>
                <a:moveTo>
                  <a:pt x="319208" y="2234928"/>
                </a:moveTo>
                <a:cubicBezTo>
                  <a:pt x="332983" y="2235196"/>
                  <a:pt x="346618" y="2240531"/>
                  <a:pt x="355998" y="2250865"/>
                </a:cubicBezTo>
                <a:cubicBezTo>
                  <a:pt x="374702" y="2271480"/>
                  <a:pt x="373410" y="2303271"/>
                  <a:pt x="353078" y="2322761"/>
                </a:cubicBezTo>
                <a:cubicBezTo>
                  <a:pt x="332463" y="2342532"/>
                  <a:pt x="301739" y="2341914"/>
                  <a:pt x="281688" y="2321357"/>
                </a:cubicBezTo>
                <a:cubicBezTo>
                  <a:pt x="262085" y="2301305"/>
                  <a:pt x="262029" y="2268954"/>
                  <a:pt x="281575" y="2249406"/>
                </a:cubicBezTo>
                <a:cubicBezTo>
                  <a:pt x="291517" y="2239464"/>
                  <a:pt x="305433" y="2234662"/>
                  <a:pt x="319208" y="2234928"/>
                </a:cubicBezTo>
                <a:close/>
                <a:moveTo>
                  <a:pt x="1611703" y="2161111"/>
                </a:moveTo>
                <a:cubicBezTo>
                  <a:pt x="1657030" y="2222614"/>
                  <a:pt x="1666017" y="2287377"/>
                  <a:pt x="1643101" y="2359720"/>
                </a:cubicBezTo>
                <a:cubicBezTo>
                  <a:pt x="1690619" y="2338659"/>
                  <a:pt x="1735048" y="2332705"/>
                  <a:pt x="1776726" y="2338321"/>
                </a:cubicBezTo>
                <a:cubicBezTo>
                  <a:pt x="1779535" y="2292035"/>
                  <a:pt x="1782174" y="2248902"/>
                  <a:pt x="1784814" y="2205989"/>
                </a:cubicBezTo>
                <a:cubicBezTo>
                  <a:pt x="1686014" y="2204136"/>
                  <a:pt x="1682587" y="2203295"/>
                  <a:pt x="1611703" y="2161111"/>
                </a:cubicBezTo>
                <a:close/>
                <a:moveTo>
                  <a:pt x="889297" y="2149389"/>
                </a:moveTo>
                <a:cubicBezTo>
                  <a:pt x="923553" y="2149508"/>
                  <a:pt x="957817" y="2162709"/>
                  <a:pt x="984131" y="2188969"/>
                </a:cubicBezTo>
                <a:cubicBezTo>
                  <a:pt x="1037155" y="2241823"/>
                  <a:pt x="1037491" y="2324950"/>
                  <a:pt x="984974" y="2378087"/>
                </a:cubicBezTo>
                <a:cubicBezTo>
                  <a:pt x="932513" y="2431054"/>
                  <a:pt x="848373" y="2432066"/>
                  <a:pt x="795348" y="2380445"/>
                </a:cubicBezTo>
                <a:cubicBezTo>
                  <a:pt x="742101" y="2328603"/>
                  <a:pt x="741708" y="2240642"/>
                  <a:pt x="794507" y="2188295"/>
                </a:cubicBezTo>
                <a:cubicBezTo>
                  <a:pt x="820794" y="2162233"/>
                  <a:pt x="855042" y="2149271"/>
                  <a:pt x="889297" y="2149389"/>
                </a:cubicBezTo>
                <a:close/>
                <a:moveTo>
                  <a:pt x="604895" y="1920068"/>
                </a:moveTo>
                <a:cubicBezTo>
                  <a:pt x="625608" y="1920075"/>
                  <a:pt x="646306" y="1927756"/>
                  <a:pt x="661442" y="1943119"/>
                </a:cubicBezTo>
                <a:cubicBezTo>
                  <a:pt x="692167" y="1974237"/>
                  <a:pt x="691492" y="2024956"/>
                  <a:pt x="659926" y="2055849"/>
                </a:cubicBezTo>
                <a:cubicBezTo>
                  <a:pt x="628192" y="2086854"/>
                  <a:pt x="578651" y="2085898"/>
                  <a:pt x="547645" y="2053770"/>
                </a:cubicBezTo>
                <a:cubicBezTo>
                  <a:pt x="517989" y="2022989"/>
                  <a:pt x="518268" y="1973338"/>
                  <a:pt x="548263" y="1943063"/>
                </a:cubicBezTo>
                <a:cubicBezTo>
                  <a:pt x="563457" y="1927728"/>
                  <a:pt x="584183" y="1920061"/>
                  <a:pt x="604895" y="1920068"/>
                </a:cubicBezTo>
                <a:close/>
                <a:moveTo>
                  <a:pt x="1932875" y="1909140"/>
                </a:moveTo>
                <a:cubicBezTo>
                  <a:pt x="1951241" y="1953457"/>
                  <a:pt x="1956184" y="1997942"/>
                  <a:pt x="1947983" y="2042765"/>
                </a:cubicBezTo>
                <a:cubicBezTo>
                  <a:pt x="1983989" y="2038327"/>
                  <a:pt x="2016566" y="2034340"/>
                  <a:pt x="2048021" y="2030464"/>
                </a:cubicBezTo>
                <a:cubicBezTo>
                  <a:pt x="2050268" y="1997380"/>
                  <a:pt x="2052513" y="1964465"/>
                  <a:pt x="2054929" y="1929360"/>
                </a:cubicBezTo>
                <a:cubicBezTo>
                  <a:pt x="2013420" y="1933460"/>
                  <a:pt x="1972923" y="1925654"/>
                  <a:pt x="1932875" y="1909140"/>
                </a:cubicBezTo>
                <a:close/>
                <a:moveTo>
                  <a:pt x="1176622" y="1846271"/>
                </a:moveTo>
                <a:cubicBezTo>
                  <a:pt x="1216095" y="1846524"/>
                  <a:pt x="1255539" y="1861844"/>
                  <a:pt x="1285757" y="1892175"/>
                </a:cubicBezTo>
                <a:cubicBezTo>
                  <a:pt x="1346475" y="1953173"/>
                  <a:pt x="1346475" y="2049221"/>
                  <a:pt x="1285757" y="2110165"/>
                </a:cubicBezTo>
                <a:cubicBezTo>
                  <a:pt x="1225375" y="2170884"/>
                  <a:pt x="1128036" y="2171501"/>
                  <a:pt x="1067373" y="2111626"/>
                </a:cubicBezTo>
                <a:cubicBezTo>
                  <a:pt x="1006150" y="2051188"/>
                  <a:pt x="1006150" y="1951152"/>
                  <a:pt x="1067318" y="1890770"/>
                </a:cubicBezTo>
                <a:cubicBezTo>
                  <a:pt x="1097648" y="1860832"/>
                  <a:pt x="1137150" y="1846018"/>
                  <a:pt x="1176622" y="1846271"/>
                </a:cubicBezTo>
                <a:close/>
                <a:moveTo>
                  <a:pt x="319917" y="1690312"/>
                </a:moveTo>
                <a:cubicBezTo>
                  <a:pt x="326368" y="1690291"/>
                  <a:pt x="332828" y="1692776"/>
                  <a:pt x="337575" y="1697776"/>
                </a:cubicBezTo>
                <a:cubicBezTo>
                  <a:pt x="346337" y="1707043"/>
                  <a:pt x="346449" y="1721591"/>
                  <a:pt x="337744" y="1730914"/>
                </a:cubicBezTo>
                <a:cubicBezTo>
                  <a:pt x="328362" y="1740968"/>
                  <a:pt x="312018" y="1741138"/>
                  <a:pt x="302526" y="1731251"/>
                </a:cubicBezTo>
                <a:cubicBezTo>
                  <a:pt x="293875" y="1722208"/>
                  <a:pt x="293762" y="1706987"/>
                  <a:pt x="302300" y="1697888"/>
                </a:cubicBezTo>
                <a:cubicBezTo>
                  <a:pt x="307018" y="1692860"/>
                  <a:pt x="313464" y="1690333"/>
                  <a:pt x="319917" y="1690312"/>
                </a:cubicBezTo>
                <a:close/>
                <a:moveTo>
                  <a:pt x="2238151" y="1637169"/>
                </a:moveTo>
                <a:cubicBezTo>
                  <a:pt x="2242476" y="1669917"/>
                  <a:pt x="2246856" y="1703395"/>
                  <a:pt x="2251351" y="1737656"/>
                </a:cubicBezTo>
                <a:cubicBezTo>
                  <a:pt x="2275616" y="1734961"/>
                  <a:pt x="2301622" y="1732039"/>
                  <a:pt x="2327403" y="1729175"/>
                </a:cubicBezTo>
                <a:cubicBezTo>
                  <a:pt x="2329762" y="1701764"/>
                  <a:pt x="2331952" y="1675758"/>
                  <a:pt x="2334031" y="1651494"/>
                </a:cubicBezTo>
                <a:cubicBezTo>
                  <a:pt x="2300106" y="1646439"/>
                  <a:pt x="2268426" y="1641721"/>
                  <a:pt x="2238151" y="1637169"/>
                </a:cubicBezTo>
                <a:close/>
                <a:moveTo>
                  <a:pt x="890450" y="1611697"/>
                </a:moveTo>
                <a:cubicBezTo>
                  <a:pt x="916786" y="1612174"/>
                  <a:pt x="943045" y="1622763"/>
                  <a:pt x="963124" y="1643348"/>
                </a:cubicBezTo>
                <a:cubicBezTo>
                  <a:pt x="1003342" y="1684576"/>
                  <a:pt x="1001993" y="1748215"/>
                  <a:pt x="960092" y="1788600"/>
                </a:cubicBezTo>
                <a:cubicBezTo>
                  <a:pt x="919931" y="1827301"/>
                  <a:pt x="855505" y="1826683"/>
                  <a:pt x="816301" y="1787141"/>
                </a:cubicBezTo>
                <a:cubicBezTo>
                  <a:pt x="776756" y="1747317"/>
                  <a:pt x="777263" y="1679745"/>
                  <a:pt x="817310" y="1640709"/>
                </a:cubicBezTo>
                <a:cubicBezTo>
                  <a:pt x="837699" y="1620852"/>
                  <a:pt x="864113" y="1611219"/>
                  <a:pt x="890450" y="1611697"/>
                </a:cubicBezTo>
                <a:close/>
                <a:moveTo>
                  <a:pt x="1462196" y="1547052"/>
                </a:moveTo>
                <a:cubicBezTo>
                  <a:pt x="1505193" y="1547340"/>
                  <a:pt x="1548092" y="1564204"/>
                  <a:pt x="1581146" y="1597570"/>
                </a:cubicBezTo>
                <a:cubicBezTo>
                  <a:pt x="1647707" y="1664804"/>
                  <a:pt x="1646696" y="1772536"/>
                  <a:pt x="1578844" y="1838421"/>
                </a:cubicBezTo>
                <a:cubicBezTo>
                  <a:pt x="1512340" y="1902959"/>
                  <a:pt x="1404665" y="1901330"/>
                  <a:pt x="1339677" y="1834826"/>
                </a:cubicBezTo>
                <a:cubicBezTo>
                  <a:pt x="1274635" y="1768267"/>
                  <a:pt x="1275928" y="1661602"/>
                  <a:pt x="1342655" y="1595997"/>
                </a:cubicBezTo>
                <a:cubicBezTo>
                  <a:pt x="1376104" y="1563053"/>
                  <a:pt x="1419199" y="1546764"/>
                  <a:pt x="1462196" y="1547052"/>
                </a:cubicBezTo>
                <a:close/>
                <a:moveTo>
                  <a:pt x="604102" y="1384880"/>
                </a:moveTo>
                <a:cubicBezTo>
                  <a:pt x="615133" y="1384691"/>
                  <a:pt x="626226" y="1388678"/>
                  <a:pt x="635100" y="1396880"/>
                </a:cubicBezTo>
                <a:cubicBezTo>
                  <a:pt x="653524" y="1413898"/>
                  <a:pt x="654647" y="1442769"/>
                  <a:pt x="637628" y="1460855"/>
                </a:cubicBezTo>
                <a:cubicBezTo>
                  <a:pt x="620945" y="1478548"/>
                  <a:pt x="590727" y="1479053"/>
                  <a:pt x="573258" y="1461921"/>
                </a:cubicBezTo>
                <a:cubicBezTo>
                  <a:pt x="555566" y="1444679"/>
                  <a:pt x="555677" y="1415527"/>
                  <a:pt x="573483" y="1397947"/>
                </a:cubicBezTo>
                <a:cubicBezTo>
                  <a:pt x="582105" y="1389436"/>
                  <a:pt x="593072" y="1385070"/>
                  <a:pt x="604102" y="1384880"/>
                </a:cubicBezTo>
                <a:close/>
                <a:moveTo>
                  <a:pt x="2523488" y="1346891"/>
                </a:moveTo>
                <a:cubicBezTo>
                  <a:pt x="2528655" y="1379131"/>
                  <a:pt x="2534104" y="1413115"/>
                  <a:pt x="2539496" y="1446589"/>
                </a:cubicBezTo>
                <a:cubicBezTo>
                  <a:pt x="2566569" y="1444343"/>
                  <a:pt x="2593754" y="1442096"/>
                  <a:pt x="2620941" y="1439793"/>
                </a:cubicBezTo>
                <a:cubicBezTo>
                  <a:pt x="2623917" y="1412496"/>
                  <a:pt x="2626950" y="1385422"/>
                  <a:pt x="2629646" y="1360989"/>
                </a:cubicBezTo>
                <a:cubicBezTo>
                  <a:pt x="2593418" y="1356158"/>
                  <a:pt x="2558088" y="1351496"/>
                  <a:pt x="2523488" y="1346891"/>
                </a:cubicBezTo>
                <a:close/>
                <a:moveTo>
                  <a:pt x="1174192" y="1311314"/>
                </a:moveTo>
                <a:cubicBezTo>
                  <a:pt x="1204313" y="1311279"/>
                  <a:pt x="1234446" y="1322765"/>
                  <a:pt x="1257616" y="1345768"/>
                </a:cubicBezTo>
                <a:cubicBezTo>
                  <a:pt x="1303955" y="1391770"/>
                  <a:pt x="1304517" y="1466192"/>
                  <a:pt x="1258909" y="1512643"/>
                </a:cubicBezTo>
                <a:cubicBezTo>
                  <a:pt x="1213298" y="1559039"/>
                  <a:pt x="1138483" y="1560050"/>
                  <a:pt x="1091976" y="1514834"/>
                </a:cubicBezTo>
                <a:cubicBezTo>
                  <a:pt x="1044288" y="1468495"/>
                  <a:pt x="1043782" y="1392949"/>
                  <a:pt x="1090851" y="1345992"/>
                </a:cubicBezTo>
                <a:cubicBezTo>
                  <a:pt x="1113966" y="1322905"/>
                  <a:pt x="1144071" y="1311350"/>
                  <a:pt x="1174192" y="1311314"/>
                </a:cubicBezTo>
                <a:close/>
                <a:moveTo>
                  <a:pt x="1748846" y="1252862"/>
                </a:moveTo>
                <a:cubicBezTo>
                  <a:pt x="1794728" y="1253101"/>
                  <a:pt x="1840478" y="1270611"/>
                  <a:pt x="1874404" y="1305324"/>
                </a:cubicBezTo>
                <a:cubicBezTo>
                  <a:pt x="1942254" y="1374806"/>
                  <a:pt x="1941413" y="1485794"/>
                  <a:pt x="1872493" y="1554600"/>
                </a:cubicBezTo>
                <a:cubicBezTo>
                  <a:pt x="1802394" y="1624587"/>
                  <a:pt x="1691630" y="1624025"/>
                  <a:pt x="1621813" y="1553309"/>
                </a:cubicBezTo>
                <a:cubicBezTo>
                  <a:pt x="1553624" y="1484276"/>
                  <a:pt x="1553905" y="1372446"/>
                  <a:pt x="1622487" y="1304032"/>
                </a:cubicBezTo>
                <a:cubicBezTo>
                  <a:pt x="1656946" y="1269656"/>
                  <a:pt x="1702963" y="1252624"/>
                  <a:pt x="1748846" y="1252862"/>
                </a:cubicBezTo>
                <a:close/>
                <a:moveTo>
                  <a:pt x="3426960" y="1093907"/>
                </a:moveTo>
                <a:cubicBezTo>
                  <a:pt x="3428701" y="1111937"/>
                  <a:pt x="3430274" y="1127721"/>
                  <a:pt x="3431903" y="1144514"/>
                </a:cubicBezTo>
                <a:cubicBezTo>
                  <a:pt x="3441114" y="1144010"/>
                  <a:pt x="3448472" y="1143561"/>
                  <a:pt x="3458695" y="1143056"/>
                </a:cubicBezTo>
                <a:cubicBezTo>
                  <a:pt x="3460044" y="1125361"/>
                  <a:pt x="3461223" y="1110701"/>
                  <a:pt x="3462458" y="1094750"/>
                </a:cubicBezTo>
                <a:cubicBezTo>
                  <a:pt x="3448810" y="1094412"/>
                  <a:pt x="3438812" y="1094188"/>
                  <a:pt x="3426960" y="1093907"/>
                </a:cubicBezTo>
                <a:close/>
                <a:moveTo>
                  <a:pt x="891038" y="1084413"/>
                </a:moveTo>
                <a:cubicBezTo>
                  <a:pt x="906450" y="1084273"/>
                  <a:pt x="921925" y="1090086"/>
                  <a:pt x="933467" y="1101883"/>
                </a:cubicBezTo>
                <a:cubicBezTo>
                  <a:pt x="955879" y="1124854"/>
                  <a:pt x="955711" y="1161477"/>
                  <a:pt x="933074" y="1184281"/>
                </a:cubicBezTo>
                <a:cubicBezTo>
                  <a:pt x="910550" y="1206975"/>
                  <a:pt x="873761" y="1207310"/>
                  <a:pt x="850844" y="1185011"/>
                </a:cubicBezTo>
                <a:cubicBezTo>
                  <a:pt x="827758" y="1162601"/>
                  <a:pt x="826973" y="1126091"/>
                  <a:pt x="848989" y="1102668"/>
                </a:cubicBezTo>
                <a:cubicBezTo>
                  <a:pt x="860279" y="1090648"/>
                  <a:pt x="875628" y="1084553"/>
                  <a:pt x="891038" y="1084413"/>
                </a:cubicBezTo>
                <a:close/>
                <a:moveTo>
                  <a:pt x="2803039" y="1048017"/>
                </a:moveTo>
                <a:cubicBezTo>
                  <a:pt x="2809667" y="1086605"/>
                  <a:pt x="2816632" y="1127102"/>
                  <a:pt x="2823540" y="1167713"/>
                </a:cubicBezTo>
                <a:cubicBezTo>
                  <a:pt x="2853423" y="1165297"/>
                  <a:pt x="2886056" y="1162658"/>
                  <a:pt x="2917454" y="1160130"/>
                </a:cubicBezTo>
                <a:cubicBezTo>
                  <a:pt x="2921835" y="1127102"/>
                  <a:pt x="2926160" y="1094806"/>
                  <a:pt x="2929642" y="1068576"/>
                </a:cubicBezTo>
                <a:cubicBezTo>
                  <a:pt x="2908580" y="1066666"/>
                  <a:pt x="2886730" y="1065992"/>
                  <a:pt x="2865330" y="1062452"/>
                </a:cubicBezTo>
                <a:cubicBezTo>
                  <a:pt x="2843255" y="1058802"/>
                  <a:pt x="2821575" y="1052399"/>
                  <a:pt x="2803039" y="1048017"/>
                </a:cubicBezTo>
                <a:close/>
                <a:moveTo>
                  <a:pt x="1461536" y="1014560"/>
                </a:moveTo>
                <a:cubicBezTo>
                  <a:pt x="1494198" y="1014680"/>
                  <a:pt x="1526832" y="1027542"/>
                  <a:pt x="1552164" y="1053128"/>
                </a:cubicBezTo>
                <a:cubicBezTo>
                  <a:pt x="1601423" y="1102893"/>
                  <a:pt x="1601817" y="1183102"/>
                  <a:pt x="1553062" y="1233148"/>
                </a:cubicBezTo>
                <a:cubicBezTo>
                  <a:pt x="1504195" y="1283250"/>
                  <a:pt x="1420562" y="1283869"/>
                  <a:pt x="1370458" y="1234497"/>
                </a:cubicBezTo>
                <a:cubicBezTo>
                  <a:pt x="1320188" y="1184899"/>
                  <a:pt x="1320300" y="1102725"/>
                  <a:pt x="1370740" y="1052454"/>
                </a:cubicBezTo>
                <a:cubicBezTo>
                  <a:pt x="1396184" y="1027064"/>
                  <a:pt x="1428874" y="1014441"/>
                  <a:pt x="1461536" y="1014560"/>
                </a:cubicBezTo>
                <a:close/>
                <a:moveTo>
                  <a:pt x="4274543" y="790147"/>
                </a:moveTo>
                <a:cubicBezTo>
                  <a:pt x="4277689" y="811547"/>
                  <a:pt x="4280947" y="833789"/>
                  <a:pt x="4283588" y="851932"/>
                </a:cubicBezTo>
                <a:cubicBezTo>
                  <a:pt x="4307178" y="853280"/>
                  <a:pt x="4327735" y="854515"/>
                  <a:pt x="4348855" y="855751"/>
                </a:cubicBezTo>
                <a:cubicBezTo>
                  <a:pt x="4352057" y="833339"/>
                  <a:pt x="4355370" y="810310"/>
                  <a:pt x="4357786" y="793292"/>
                </a:cubicBezTo>
                <a:cubicBezTo>
                  <a:pt x="4329532" y="792224"/>
                  <a:pt x="4302067" y="791157"/>
                  <a:pt x="4274543" y="790147"/>
                </a:cubicBezTo>
                <a:close/>
                <a:moveTo>
                  <a:pt x="1177429" y="790034"/>
                </a:moveTo>
                <a:cubicBezTo>
                  <a:pt x="1195087" y="790104"/>
                  <a:pt x="1212626" y="796886"/>
                  <a:pt x="1225600" y="810368"/>
                </a:cubicBezTo>
                <a:cubicBezTo>
                  <a:pt x="1250707" y="836429"/>
                  <a:pt x="1250707" y="879735"/>
                  <a:pt x="1225714" y="905910"/>
                </a:cubicBezTo>
                <a:cubicBezTo>
                  <a:pt x="1199875" y="932983"/>
                  <a:pt x="1155615" y="933263"/>
                  <a:pt x="1128653" y="906528"/>
                </a:cubicBezTo>
                <a:cubicBezTo>
                  <a:pt x="1101187" y="879342"/>
                  <a:pt x="1101131" y="837215"/>
                  <a:pt x="1128541" y="809974"/>
                </a:cubicBezTo>
                <a:cubicBezTo>
                  <a:pt x="1141993" y="796605"/>
                  <a:pt x="1159771" y="789963"/>
                  <a:pt x="1177429" y="790034"/>
                </a:cubicBezTo>
                <a:close/>
                <a:moveTo>
                  <a:pt x="4951938" y="777788"/>
                </a:moveTo>
                <a:cubicBezTo>
                  <a:pt x="4914473" y="779081"/>
                  <a:pt x="4878188" y="780317"/>
                  <a:pt x="4842016" y="781552"/>
                </a:cubicBezTo>
                <a:cubicBezTo>
                  <a:pt x="4845947" y="806378"/>
                  <a:pt x="4850103" y="832329"/>
                  <a:pt x="4854316" y="858953"/>
                </a:cubicBezTo>
                <a:cubicBezTo>
                  <a:pt x="4881727" y="859908"/>
                  <a:pt x="4908912" y="860750"/>
                  <a:pt x="4937784" y="861649"/>
                </a:cubicBezTo>
                <a:cubicBezTo>
                  <a:pt x="4942782" y="831936"/>
                  <a:pt x="4947612" y="803627"/>
                  <a:pt x="4951938" y="777788"/>
                </a:cubicBezTo>
                <a:close/>
                <a:moveTo>
                  <a:pt x="3681796" y="776609"/>
                </a:moveTo>
                <a:cubicBezTo>
                  <a:pt x="3686739" y="803570"/>
                  <a:pt x="3691962" y="832104"/>
                  <a:pt x="3697299" y="861368"/>
                </a:cubicBezTo>
                <a:cubicBezTo>
                  <a:pt x="3724260" y="860638"/>
                  <a:pt x="3751277" y="859908"/>
                  <a:pt x="3778688" y="859177"/>
                </a:cubicBezTo>
                <a:cubicBezTo>
                  <a:pt x="3782788" y="832610"/>
                  <a:pt x="3786832" y="806716"/>
                  <a:pt x="3790539" y="782732"/>
                </a:cubicBezTo>
                <a:cubicBezTo>
                  <a:pt x="3753636" y="780654"/>
                  <a:pt x="3717576" y="778632"/>
                  <a:pt x="3681796" y="776609"/>
                </a:cubicBezTo>
                <a:close/>
                <a:moveTo>
                  <a:pt x="1744935" y="726787"/>
                </a:moveTo>
                <a:cubicBezTo>
                  <a:pt x="1778383" y="726759"/>
                  <a:pt x="1811888" y="739397"/>
                  <a:pt x="1837501" y="764701"/>
                </a:cubicBezTo>
                <a:cubicBezTo>
                  <a:pt x="1890355" y="816937"/>
                  <a:pt x="1890691" y="898550"/>
                  <a:pt x="1838230" y="950956"/>
                </a:cubicBezTo>
                <a:cubicBezTo>
                  <a:pt x="1787173" y="1002014"/>
                  <a:pt x="1704831" y="1002631"/>
                  <a:pt x="1653436" y="952304"/>
                </a:cubicBezTo>
                <a:cubicBezTo>
                  <a:pt x="1601817" y="901752"/>
                  <a:pt x="1601480" y="816040"/>
                  <a:pt x="1652706" y="764870"/>
                </a:cubicBezTo>
                <a:cubicBezTo>
                  <a:pt x="1678094" y="739509"/>
                  <a:pt x="1711486" y="726815"/>
                  <a:pt x="1744935" y="726787"/>
                </a:cubicBezTo>
                <a:close/>
                <a:moveTo>
                  <a:pt x="2319498" y="681311"/>
                </a:moveTo>
                <a:cubicBezTo>
                  <a:pt x="2364980" y="681627"/>
                  <a:pt x="2410476" y="699377"/>
                  <a:pt x="2445189" y="734482"/>
                </a:cubicBezTo>
                <a:cubicBezTo>
                  <a:pt x="2513883" y="803963"/>
                  <a:pt x="2513321" y="913829"/>
                  <a:pt x="2444010" y="983196"/>
                </a:cubicBezTo>
                <a:cubicBezTo>
                  <a:pt x="2375202" y="1052005"/>
                  <a:pt x="2264044" y="1052623"/>
                  <a:pt x="2194733" y="984657"/>
                </a:cubicBezTo>
                <a:cubicBezTo>
                  <a:pt x="2125420" y="916637"/>
                  <a:pt x="2125028" y="801492"/>
                  <a:pt x="2193890" y="732740"/>
                </a:cubicBezTo>
                <a:cubicBezTo>
                  <a:pt x="2228546" y="698112"/>
                  <a:pt x="2274015" y="680996"/>
                  <a:pt x="2319498" y="681311"/>
                </a:cubicBezTo>
                <a:close/>
                <a:moveTo>
                  <a:pt x="1460489" y="500893"/>
                </a:moveTo>
                <a:cubicBezTo>
                  <a:pt x="1479060" y="500739"/>
                  <a:pt x="1497680" y="507648"/>
                  <a:pt x="1511947" y="521662"/>
                </a:cubicBezTo>
                <a:cubicBezTo>
                  <a:pt x="1540537" y="549689"/>
                  <a:pt x="1540874" y="595467"/>
                  <a:pt x="1512677" y="624169"/>
                </a:cubicBezTo>
                <a:cubicBezTo>
                  <a:pt x="1484368" y="653039"/>
                  <a:pt x="1439096" y="653433"/>
                  <a:pt x="1410338" y="625012"/>
                </a:cubicBezTo>
                <a:cubicBezTo>
                  <a:pt x="1381692" y="596702"/>
                  <a:pt x="1381244" y="550926"/>
                  <a:pt x="1409328" y="522504"/>
                </a:cubicBezTo>
                <a:cubicBezTo>
                  <a:pt x="1423398" y="508265"/>
                  <a:pt x="1441919" y="501047"/>
                  <a:pt x="1460489" y="500893"/>
                </a:cubicBezTo>
                <a:close/>
                <a:moveTo>
                  <a:pt x="2033480" y="443221"/>
                </a:moveTo>
                <a:cubicBezTo>
                  <a:pt x="2066078" y="443291"/>
                  <a:pt x="2098628" y="455606"/>
                  <a:pt x="2123342" y="480152"/>
                </a:cubicBezTo>
                <a:cubicBezTo>
                  <a:pt x="2173164" y="529637"/>
                  <a:pt x="2173164" y="613272"/>
                  <a:pt x="2123399" y="662756"/>
                </a:cubicBezTo>
                <a:cubicBezTo>
                  <a:pt x="2073183" y="712690"/>
                  <a:pt x="1991571" y="711959"/>
                  <a:pt x="1941357" y="661183"/>
                </a:cubicBezTo>
                <a:cubicBezTo>
                  <a:pt x="1890973" y="610238"/>
                  <a:pt x="1891815" y="530310"/>
                  <a:pt x="1943322" y="479759"/>
                </a:cubicBezTo>
                <a:cubicBezTo>
                  <a:pt x="1968233" y="455325"/>
                  <a:pt x="2000881" y="443151"/>
                  <a:pt x="2033480" y="443221"/>
                </a:cubicBezTo>
                <a:close/>
                <a:moveTo>
                  <a:pt x="2604728" y="404661"/>
                </a:moveTo>
                <a:cubicBezTo>
                  <a:pt x="2647606" y="404858"/>
                  <a:pt x="2690448" y="421680"/>
                  <a:pt x="2723616" y="455101"/>
                </a:cubicBezTo>
                <a:cubicBezTo>
                  <a:pt x="2789333" y="521267"/>
                  <a:pt x="2789053" y="628381"/>
                  <a:pt x="2723054" y="693649"/>
                </a:cubicBezTo>
                <a:cubicBezTo>
                  <a:pt x="2657225" y="758693"/>
                  <a:pt x="2548987" y="758187"/>
                  <a:pt x="2483945" y="692526"/>
                </a:cubicBezTo>
                <a:cubicBezTo>
                  <a:pt x="2418508" y="626471"/>
                  <a:pt x="2419239" y="519918"/>
                  <a:pt x="2485629" y="453977"/>
                </a:cubicBezTo>
                <a:cubicBezTo>
                  <a:pt x="2518938" y="420893"/>
                  <a:pt x="2561850" y="404464"/>
                  <a:pt x="2604728" y="404661"/>
                </a:cubicBezTo>
                <a:close/>
                <a:moveTo>
                  <a:pt x="1749323" y="218441"/>
                </a:moveTo>
                <a:cubicBezTo>
                  <a:pt x="1766658" y="218869"/>
                  <a:pt x="1783888" y="226157"/>
                  <a:pt x="1797283" y="240199"/>
                </a:cubicBezTo>
                <a:cubicBezTo>
                  <a:pt x="1822559" y="266712"/>
                  <a:pt x="1822167" y="309456"/>
                  <a:pt x="1796442" y="335237"/>
                </a:cubicBezTo>
                <a:cubicBezTo>
                  <a:pt x="1770322" y="361411"/>
                  <a:pt x="1724602" y="361243"/>
                  <a:pt x="1698820" y="334900"/>
                </a:cubicBezTo>
                <a:cubicBezTo>
                  <a:pt x="1672533" y="308051"/>
                  <a:pt x="1673375" y="264295"/>
                  <a:pt x="1700729" y="237840"/>
                </a:cubicBezTo>
                <a:cubicBezTo>
                  <a:pt x="1714548" y="224443"/>
                  <a:pt x="1731988" y="218012"/>
                  <a:pt x="1749323" y="218441"/>
                </a:cubicBezTo>
                <a:close/>
                <a:moveTo>
                  <a:pt x="2317419" y="168341"/>
                </a:moveTo>
                <a:cubicBezTo>
                  <a:pt x="2347539" y="168375"/>
                  <a:pt x="2377645" y="179931"/>
                  <a:pt x="2400758" y="203017"/>
                </a:cubicBezTo>
                <a:cubicBezTo>
                  <a:pt x="2447772" y="249918"/>
                  <a:pt x="2447210" y="325520"/>
                  <a:pt x="2399580" y="371860"/>
                </a:cubicBezTo>
                <a:cubicBezTo>
                  <a:pt x="2353128" y="417075"/>
                  <a:pt x="2278368" y="416064"/>
                  <a:pt x="2232704" y="369613"/>
                </a:cubicBezTo>
                <a:cubicBezTo>
                  <a:pt x="2187038" y="323217"/>
                  <a:pt x="2187655" y="248795"/>
                  <a:pt x="2233995" y="202792"/>
                </a:cubicBezTo>
                <a:cubicBezTo>
                  <a:pt x="2257164" y="179791"/>
                  <a:pt x="2287298" y="168304"/>
                  <a:pt x="2317419" y="168341"/>
                </a:cubicBezTo>
                <a:close/>
                <a:moveTo>
                  <a:pt x="2891294" y="131872"/>
                </a:moveTo>
                <a:cubicBezTo>
                  <a:pt x="2930977" y="132006"/>
                  <a:pt x="2970618" y="147101"/>
                  <a:pt x="3000584" y="177123"/>
                </a:cubicBezTo>
                <a:cubicBezTo>
                  <a:pt x="3060853" y="237505"/>
                  <a:pt x="3060740" y="334844"/>
                  <a:pt x="3000415" y="395562"/>
                </a:cubicBezTo>
                <a:cubicBezTo>
                  <a:pt x="2939697" y="456674"/>
                  <a:pt x="2843704" y="457235"/>
                  <a:pt x="2782425" y="396853"/>
                </a:cubicBezTo>
                <a:cubicBezTo>
                  <a:pt x="2720583" y="335911"/>
                  <a:pt x="2720302" y="237167"/>
                  <a:pt x="2781751" y="176393"/>
                </a:cubicBezTo>
                <a:cubicBezTo>
                  <a:pt x="2811886" y="146567"/>
                  <a:pt x="2851611" y="131739"/>
                  <a:pt x="2891294" y="131872"/>
                </a:cubicBezTo>
                <a:close/>
                <a:moveTo>
                  <a:pt x="5103362" y="127587"/>
                </a:moveTo>
                <a:lnTo>
                  <a:pt x="5103362" y="449989"/>
                </a:lnTo>
                <a:lnTo>
                  <a:pt x="5049615" y="414605"/>
                </a:lnTo>
                <a:cubicBezTo>
                  <a:pt x="4980584" y="346134"/>
                  <a:pt x="4980696" y="230990"/>
                  <a:pt x="5049840" y="162688"/>
                </a:cubicBezTo>
                <a:close/>
                <a:moveTo>
                  <a:pt x="3461075" y="109651"/>
                </a:moveTo>
                <a:cubicBezTo>
                  <a:pt x="3506256" y="109904"/>
                  <a:pt x="3551401" y="127751"/>
                  <a:pt x="3586310" y="163138"/>
                </a:cubicBezTo>
                <a:cubicBezTo>
                  <a:pt x="3654499" y="232169"/>
                  <a:pt x="3654106" y="344057"/>
                  <a:pt x="3585524" y="412414"/>
                </a:cubicBezTo>
                <a:cubicBezTo>
                  <a:pt x="3517278" y="480377"/>
                  <a:pt x="3404381" y="480657"/>
                  <a:pt x="3335630" y="413032"/>
                </a:cubicBezTo>
                <a:cubicBezTo>
                  <a:pt x="3265868" y="344450"/>
                  <a:pt x="3265868" y="231327"/>
                  <a:pt x="3335630" y="161734"/>
                </a:cubicBezTo>
                <a:cubicBezTo>
                  <a:pt x="3370679" y="126741"/>
                  <a:pt x="3415894" y="109399"/>
                  <a:pt x="3461075" y="109651"/>
                </a:cubicBezTo>
                <a:close/>
                <a:moveTo>
                  <a:pt x="4628413" y="101260"/>
                </a:moveTo>
                <a:cubicBezTo>
                  <a:pt x="4670322" y="106912"/>
                  <a:pt x="4710243" y="126627"/>
                  <a:pt x="4739956" y="159093"/>
                </a:cubicBezTo>
                <a:cubicBezTo>
                  <a:pt x="4803147" y="228068"/>
                  <a:pt x="4807920" y="330127"/>
                  <a:pt x="4750460" y="402641"/>
                </a:cubicBezTo>
                <a:cubicBezTo>
                  <a:pt x="4718275" y="443306"/>
                  <a:pt x="4675644" y="466559"/>
                  <a:pt x="4624025" y="472681"/>
                </a:cubicBezTo>
                <a:cubicBezTo>
                  <a:pt x="4572294" y="478804"/>
                  <a:pt x="4526516" y="462515"/>
                  <a:pt x="4483210" y="434095"/>
                </a:cubicBezTo>
                <a:cubicBezTo>
                  <a:pt x="4523146" y="487846"/>
                  <a:pt x="4538986" y="547105"/>
                  <a:pt x="4528313" y="614282"/>
                </a:cubicBezTo>
                <a:cubicBezTo>
                  <a:pt x="4555612" y="611979"/>
                  <a:pt x="4581617" y="607599"/>
                  <a:pt x="4607567" y="608273"/>
                </a:cubicBezTo>
                <a:cubicBezTo>
                  <a:pt x="4632956" y="608890"/>
                  <a:pt x="4658232" y="614675"/>
                  <a:pt x="4683338" y="618158"/>
                </a:cubicBezTo>
                <a:cubicBezTo>
                  <a:pt x="4659524" y="441677"/>
                  <a:pt x="4802754" y="355515"/>
                  <a:pt x="4907395" y="365008"/>
                </a:cubicBezTo>
                <a:cubicBezTo>
                  <a:pt x="5016476" y="374892"/>
                  <a:pt x="5128138" y="478916"/>
                  <a:pt x="5091010" y="636245"/>
                </a:cubicBezTo>
                <a:lnTo>
                  <a:pt x="5103362" y="634121"/>
                </a:lnTo>
                <a:lnTo>
                  <a:pt x="5103362" y="6223115"/>
                </a:lnTo>
                <a:lnTo>
                  <a:pt x="5086293" y="6220746"/>
                </a:lnTo>
                <a:cubicBezTo>
                  <a:pt x="5104659" y="6292698"/>
                  <a:pt x="5094886" y="6361673"/>
                  <a:pt x="5043043" y="6421156"/>
                </a:cubicBezTo>
                <a:cubicBezTo>
                  <a:pt x="5002714" y="6467438"/>
                  <a:pt x="4951320" y="6490749"/>
                  <a:pt x="4890096" y="6493052"/>
                </a:cubicBezTo>
                <a:cubicBezTo>
                  <a:pt x="4787026" y="6496983"/>
                  <a:pt x="4658512" y="6409135"/>
                  <a:pt x="4679408" y="6241248"/>
                </a:cubicBezTo>
                <a:cubicBezTo>
                  <a:pt x="4654244" y="6244281"/>
                  <a:pt x="4629360" y="6249336"/>
                  <a:pt x="4604422" y="6249617"/>
                </a:cubicBezTo>
                <a:cubicBezTo>
                  <a:pt x="4579932" y="6249954"/>
                  <a:pt x="4555332" y="6245460"/>
                  <a:pt x="4528594" y="6242876"/>
                </a:cubicBezTo>
                <a:cubicBezTo>
                  <a:pt x="4537638" y="6302190"/>
                  <a:pt x="4527247" y="6358753"/>
                  <a:pt x="4492759" y="6411833"/>
                </a:cubicBezTo>
                <a:cubicBezTo>
                  <a:pt x="4552635" y="6379815"/>
                  <a:pt x="4613184" y="6370490"/>
                  <a:pt x="4676038" y="6397733"/>
                </a:cubicBezTo>
                <a:cubicBezTo>
                  <a:pt x="4715860" y="6414977"/>
                  <a:pt x="4746023" y="6443230"/>
                  <a:pt x="4766470" y="6481368"/>
                </a:cubicBezTo>
                <a:cubicBezTo>
                  <a:pt x="4807135" y="6557364"/>
                  <a:pt x="4790172" y="6652121"/>
                  <a:pt x="4726252" y="6708121"/>
                </a:cubicBezTo>
                <a:cubicBezTo>
                  <a:pt x="4658062" y="6767884"/>
                  <a:pt x="4562240" y="6772771"/>
                  <a:pt x="4489388" y="6718961"/>
                </a:cubicBezTo>
                <a:cubicBezTo>
                  <a:pt x="4449397" y="6689416"/>
                  <a:pt x="4425412" y="6649032"/>
                  <a:pt x="4416987" y="6599997"/>
                </a:cubicBezTo>
                <a:cubicBezTo>
                  <a:pt x="4408618" y="6551299"/>
                  <a:pt x="4419796" y="6506082"/>
                  <a:pt x="4444622" y="6461765"/>
                </a:cubicBezTo>
                <a:cubicBezTo>
                  <a:pt x="4352281" y="6516137"/>
                  <a:pt x="4263310" y="6512093"/>
                  <a:pt x="4173160" y="6447387"/>
                </a:cubicBezTo>
                <a:cubicBezTo>
                  <a:pt x="4238203" y="6548490"/>
                  <a:pt x="4227138" y="6651447"/>
                  <a:pt x="4148333" y="6716209"/>
                </a:cubicBezTo>
                <a:cubicBezTo>
                  <a:pt x="4075034" y="6776421"/>
                  <a:pt x="3965953" y="6771142"/>
                  <a:pt x="3898327" y="6704020"/>
                </a:cubicBezTo>
                <a:cubicBezTo>
                  <a:pt x="3830137" y="6636337"/>
                  <a:pt x="3823959" y="6528774"/>
                  <a:pt x="3884003" y="6454577"/>
                </a:cubicBezTo>
                <a:cubicBezTo>
                  <a:pt x="3949328" y="6373806"/>
                  <a:pt x="4051386" y="6361841"/>
                  <a:pt x="4148727" y="6423233"/>
                </a:cubicBezTo>
                <a:cubicBezTo>
                  <a:pt x="4110700" y="6368581"/>
                  <a:pt x="4093064" y="6308987"/>
                  <a:pt x="4105926" y="6239731"/>
                </a:cubicBezTo>
                <a:cubicBezTo>
                  <a:pt x="4052173" y="6254167"/>
                  <a:pt x="4001621" y="6253661"/>
                  <a:pt x="3947811" y="6236079"/>
                </a:cubicBezTo>
                <a:cubicBezTo>
                  <a:pt x="3960786" y="6318761"/>
                  <a:pt x="3940847" y="6388522"/>
                  <a:pt x="3879679" y="6442106"/>
                </a:cubicBezTo>
                <a:cubicBezTo>
                  <a:pt x="3834688" y="6481536"/>
                  <a:pt x="3780822" y="6497713"/>
                  <a:pt x="3720778" y="6491816"/>
                </a:cubicBezTo>
                <a:cubicBezTo>
                  <a:pt x="3614562" y="6481368"/>
                  <a:pt x="3505427" y="6379591"/>
                  <a:pt x="3542554" y="6218669"/>
                </a:cubicBezTo>
                <a:cubicBezTo>
                  <a:pt x="3479757" y="6240685"/>
                  <a:pt x="3418647" y="6238328"/>
                  <a:pt x="3355064" y="6210410"/>
                </a:cubicBezTo>
                <a:cubicBezTo>
                  <a:pt x="3373712" y="6269725"/>
                  <a:pt x="3372589" y="6323198"/>
                  <a:pt x="3345572" y="6374872"/>
                </a:cubicBezTo>
                <a:cubicBezTo>
                  <a:pt x="3325913" y="6412506"/>
                  <a:pt x="3296929" y="6440253"/>
                  <a:pt x="3259072" y="6458901"/>
                </a:cubicBezTo>
                <a:cubicBezTo>
                  <a:pt x="3183468" y="6496086"/>
                  <a:pt x="3090790" y="6479627"/>
                  <a:pt x="3032937" y="6418909"/>
                </a:cubicBezTo>
                <a:cubicBezTo>
                  <a:pt x="2967388" y="6350103"/>
                  <a:pt x="2962952" y="6262592"/>
                  <a:pt x="3020580" y="6160252"/>
                </a:cubicBezTo>
                <a:cubicBezTo>
                  <a:pt x="2935259" y="6217713"/>
                  <a:pt x="2850051" y="6223554"/>
                  <a:pt x="2764900" y="6163510"/>
                </a:cubicBezTo>
                <a:cubicBezTo>
                  <a:pt x="2724290" y="6134864"/>
                  <a:pt x="2700418" y="6094310"/>
                  <a:pt x="2688623" y="6046567"/>
                </a:cubicBezTo>
                <a:cubicBezTo>
                  <a:pt x="2676828" y="5998712"/>
                  <a:pt x="2684018" y="5952316"/>
                  <a:pt x="2705080" y="5904461"/>
                </a:cubicBezTo>
                <a:cubicBezTo>
                  <a:pt x="2611054" y="5944678"/>
                  <a:pt x="2526464" y="5936926"/>
                  <a:pt x="2454344" y="5869242"/>
                </a:cubicBezTo>
                <a:cubicBezTo>
                  <a:pt x="2385930" y="5804986"/>
                  <a:pt x="2371776" y="5724385"/>
                  <a:pt x="2400478" y="5632211"/>
                </a:cubicBezTo>
                <a:cubicBezTo>
                  <a:pt x="2309653" y="5661588"/>
                  <a:pt x="2227143" y="5648332"/>
                  <a:pt x="2161538" y="5581603"/>
                </a:cubicBezTo>
                <a:cubicBezTo>
                  <a:pt x="2096830" y="5515718"/>
                  <a:pt x="2083631" y="5434161"/>
                  <a:pt x="2114806" y="5342325"/>
                </a:cubicBezTo>
                <a:cubicBezTo>
                  <a:pt x="2021452" y="5371814"/>
                  <a:pt x="1939110" y="5358614"/>
                  <a:pt x="1873617" y="5288571"/>
                </a:cubicBezTo>
                <a:cubicBezTo>
                  <a:pt x="1807843" y="5218136"/>
                  <a:pt x="1799586" y="5135175"/>
                  <a:pt x="1836209" y="5044183"/>
                </a:cubicBezTo>
                <a:cubicBezTo>
                  <a:pt x="1737183" y="5079681"/>
                  <a:pt x="1650515" y="5065695"/>
                  <a:pt x="1584966" y="4983913"/>
                </a:cubicBezTo>
                <a:cubicBezTo>
                  <a:pt x="1529977" y="4915331"/>
                  <a:pt x="1523574" y="4837145"/>
                  <a:pt x="1565363" y="4759071"/>
                </a:cubicBezTo>
                <a:cubicBezTo>
                  <a:pt x="1612545" y="4670942"/>
                  <a:pt x="1691181" y="4643251"/>
                  <a:pt x="1788296" y="4653192"/>
                </a:cubicBezTo>
                <a:cubicBezTo>
                  <a:pt x="1784814" y="4630389"/>
                  <a:pt x="1779871" y="4608313"/>
                  <a:pt x="1778412" y="4585958"/>
                </a:cubicBezTo>
                <a:cubicBezTo>
                  <a:pt x="1777007" y="4564334"/>
                  <a:pt x="1779085" y="4542540"/>
                  <a:pt x="1779703" y="4517658"/>
                </a:cubicBezTo>
                <a:cubicBezTo>
                  <a:pt x="1732746" y="4522825"/>
                  <a:pt x="1687474" y="4516141"/>
                  <a:pt x="1639787" y="4493337"/>
                </a:cubicBezTo>
                <a:cubicBezTo>
                  <a:pt x="1663546" y="4569725"/>
                  <a:pt x="1656356" y="4636005"/>
                  <a:pt x="1607995" y="4694139"/>
                </a:cubicBezTo>
                <a:cubicBezTo>
                  <a:pt x="1570644" y="4739074"/>
                  <a:pt x="1522001" y="4762441"/>
                  <a:pt x="1463586" y="4764014"/>
                </a:cubicBezTo>
                <a:cubicBezTo>
                  <a:pt x="1350855" y="4767102"/>
                  <a:pt x="1259471" y="4672851"/>
                  <a:pt x="1265143" y="4559896"/>
                </a:cubicBezTo>
                <a:cubicBezTo>
                  <a:pt x="1267276" y="4517658"/>
                  <a:pt x="1282162" y="4480081"/>
                  <a:pt x="1308392" y="4447165"/>
                </a:cubicBezTo>
                <a:cubicBezTo>
                  <a:pt x="1335409" y="4413240"/>
                  <a:pt x="1370908" y="4392064"/>
                  <a:pt x="1412696" y="4381280"/>
                </a:cubicBezTo>
                <a:cubicBezTo>
                  <a:pt x="1453307" y="4370778"/>
                  <a:pt x="1493355" y="4375439"/>
                  <a:pt x="1538122" y="4390997"/>
                </a:cubicBezTo>
                <a:cubicBezTo>
                  <a:pt x="1509026" y="4325111"/>
                  <a:pt x="1506556" y="4263158"/>
                  <a:pt x="1530033" y="4197665"/>
                </a:cubicBezTo>
                <a:cubicBezTo>
                  <a:pt x="1455273" y="4217044"/>
                  <a:pt x="1389611" y="4208393"/>
                  <a:pt x="1331758" y="4162448"/>
                </a:cubicBezTo>
                <a:cubicBezTo>
                  <a:pt x="1283847" y="4124422"/>
                  <a:pt x="1256493" y="4074487"/>
                  <a:pt x="1252505" y="4013208"/>
                </a:cubicBezTo>
                <a:cubicBezTo>
                  <a:pt x="1248012" y="3944288"/>
                  <a:pt x="1271769" y="3885367"/>
                  <a:pt x="1323726" y="3840208"/>
                </a:cubicBezTo>
                <a:cubicBezTo>
                  <a:pt x="1375513" y="3795217"/>
                  <a:pt x="1437355" y="3780894"/>
                  <a:pt x="1507847" y="3793195"/>
                </a:cubicBezTo>
                <a:cubicBezTo>
                  <a:pt x="1492120" y="3742081"/>
                  <a:pt x="1491446" y="3693327"/>
                  <a:pt x="1505600" y="3640584"/>
                </a:cubicBezTo>
                <a:cubicBezTo>
                  <a:pt x="1442074" y="3651594"/>
                  <a:pt x="1386972" y="3639013"/>
                  <a:pt x="1334678" y="3607614"/>
                </a:cubicBezTo>
                <a:cubicBezTo>
                  <a:pt x="1364393" y="3663108"/>
                  <a:pt x="1373436" y="3719334"/>
                  <a:pt x="1351922" y="3778197"/>
                </a:cubicBezTo>
                <a:cubicBezTo>
                  <a:pt x="1336645" y="3819820"/>
                  <a:pt x="1309908" y="3852172"/>
                  <a:pt x="1271490" y="3874977"/>
                </a:cubicBezTo>
                <a:cubicBezTo>
                  <a:pt x="1197291" y="3918956"/>
                  <a:pt x="1099782" y="3905476"/>
                  <a:pt x="1040975" y="3842623"/>
                </a:cubicBezTo>
                <a:cubicBezTo>
                  <a:pt x="980313" y="3777749"/>
                  <a:pt x="972168" y="3678667"/>
                  <a:pt x="1021766" y="3608400"/>
                </a:cubicBezTo>
                <a:cubicBezTo>
                  <a:pt x="1080517" y="3525215"/>
                  <a:pt x="1169264" y="3506847"/>
                  <a:pt x="1286543" y="3557904"/>
                </a:cubicBezTo>
                <a:cubicBezTo>
                  <a:pt x="1258459" y="3513587"/>
                  <a:pt x="1243967" y="3470281"/>
                  <a:pt x="1245429" y="3422821"/>
                </a:cubicBezTo>
                <a:cubicBezTo>
                  <a:pt x="1246887" y="3375135"/>
                  <a:pt x="1263291" y="3332672"/>
                  <a:pt x="1290811" y="3292794"/>
                </a:cubicBezTo>
                <a:cubicBezTo>
                  <a:pt x="1236890" y="3326383"/>
                  <a:pt x="1180272" y="3339919"/>
                  <a:pt x="1118824" y="3320597"/>
                </a:cubicBezTo>
                <a:cubicBezTo>
                  <a:pt x="1077484" y="3307623"/>
                  <a:pt x="1044007" y="3283638"/>
                  <a:pt x="1019967" y="3247298"/>
                </a:cubicBezTo>
                <a:cubicBezTo>
                  <a:pt x="969697" y="3171189"/>
                  <a:pt x="978290" y="3075534"/>
                  <a:pt x="1040975" y="3011167"/>
                </a:cubicBezTo>
                <a:cubicBezTo>
                  <a:pt x="1101355" y="2949156"/>
                  <a:pt x="1197629" y="2936630"/>
                  <a:pt x="1271883" y="2982576"/>
                </a:cubicBezTo>
                <a:cubicBezTo>
                  <a:pt x="1318615" y="3011503"/>
                  <a:pt x="1348046" y="3053572"/>
                  <a:pt x="1358382" y="3108056"/>
                </a:cubicBezTo>
                <a:cubicBezTo>
                  <a:pt x="1368661" y="3162147"/>
                  <a:pt x="1354395" y="3211296"/>
                  <a:pt x="1325693" y="3257858"/>
                </a:cubicBezTo>
                <a:cubicBezTo>
                  <a:pt x="1379782" y="3219719"/>
                  <a:pt x="1438254" y="3206071"/>
                  <a:pt x="1505824" y="3216910"/>
                </a:cubicBezTo>
                <a:cubicBezTo>
                  <a:pt x="1490827" y="3163439"/>
                  <a:pt x="1492288" y="3112831"/>
                  <a:pt x="1508633" y="3062336"/>
                </a:cubicBezTo>
                <a:cubicBezTo>
                  <a:pt x="1328725" y="3085870"/>
                  <a:pt x="1244698" y="2945729"/>
                  <a:pt x="1251719" y="2841649"/>
                </a:cubicBezTo>
                <a:cubicBezTo>
                  <a:pt x="1258852" y="2736501"/>
                  <a:pt x="1359168" y="2615685"/>
                  <a:pt x="1521777" y="2652921"/>
                </a:cubicBezTo>
                <a:cubicBezTo>
                  <a:pt x="1518519" y="2622423"/>
                  <a:pt x="1511779" y="2591699"/>
                  <a:pt x="1512902" y="2561258"/>
                </a:cubicBezTo>
                <a:cubicBezTo>
                  <a:pt x="1514026" y="2531379"/>
                  <a:pt x="1523124" y="2501776"/>
                  <a:pt x="1528854" y="2471218"/>
                </a:cubicBezTo>
                <a:cubicBezTo>
                  <a:pt x="1415393" y="2497733"/>
                  <a:pt x="1324625" y="2466051"/>
                  <a:pt x="1278119" y="2349724"/>
                </a:cubicBezTo>
                <a:cubicBezTo>
                  <a:pt x="1247450" y="2272944"/>
                  <a:pt x="1274131" y="2189253"/>
                  <a:pt x="1339959" y="2134034"/>
                </a:cubicBezTo>
                <a:cubicBezTo>
                  <a:pt x="1405282" y="2079218"/>
                  <a:pt x="1488076" y="2078038"/>
                  <a:pt x="1584011" y="2131898"/>
                </a:cubicBezTo>
                <a:cubicBezTo>
                  <a:pt x="1527000" y="2044562"/>
                  <a:pt x="1519754" y="1956827"/>
                  <a:pt x="1584854" y="1874651"/>
                </a:cubicBezTo>
                <a:cubicBezTo>
                  <a:pt x="1651133" y="1790960"/>
                  <a:pt x="1739094" y="1777424"/>
                  <a:pt x="1839972" y="1815562"/>
                </a:cubicBezTo>
                <a:cubicBezTo>
                  <a:pt x="1802002" y="1725636"/>
                  <a:pt x="1807899" y="1642113"/>
                  <a:pt x="1872943" y="1570216"/>
                </a:cubicBezTo>
                <a:cubicBezTo>
                  <a:pt x="1937705" y="1498658"/>
                  <a:pt x="2019487" y="1483605"/>
                  <a:pt x="2113400" y="1512756"/>
                </a:cubicBezTo>
                <a:cubicBezTo>
                  <a:pt x="2086720" y="1430020"/>
                  <a:pt x="2096494" y="1355035"/>
                  <a:pt x="2150134" y="1286003"/>
                </a:cubicBezTo>
                <a:cubicBezTo>
                  <a:pt x="2093404" y="1323356"/>
                  <a:pt x="2033585" y="1337286"/>
                  <a:pt x="1968823" y="1312964"/>
                </a:cubicBezTo>
                <a:cubicBezTo>
                  <a:pt x="1929056" y="1298079"/>
                  <a:pt x="1898555" y="1271568"/>
                  <a:pt x="1877268" y="1234947"/>
                </a:cubicBezTo>
                <a:cubicBezTo>
                  <a:pt x="1833681" y="1159794"/>
                  <a:pt x="1849014" y="1068969"/>
                  <a:pt x="1915069" y="1009317"/>
                </a:cubicBezTo>
                <a:cubicBezTo>
                  <a:pt x="1977753" y="952698"/>
                  <a:pt x="2072454" y="949890"/>
                  <a:pt x="2143788" y="1003700"/>
                </a:cubicBezTo>
                <a:cubicBezTo>
                  <a:pt x="2183780" y="1033919"/>
                  <a:pt x="2205405" y="1075483"/>
                  <a:pt x="2211358" y="1124969"/>
                </a:cubicBezTo>
                <a:cubicBezTo>
                  <a:pt x="2217312" y="1174397"/>
                  <a:pt x="2202371" y="1218602"/>
                  <a:pt x="2174624" y="1260502"/>
                </a:cubicBezTo>
                <a:cubicBezTo>
                  <a:pt x="2244555" y="1208997"/>
                  <a:pt x="2319596" y="1197933"/>
                  <a:pt x="2404522" y="1227813"/>
                </a:cubicBezTo>
                <a:cubicBezTo>
                  <a:pt x="2374528" y="1134742"/>
                  <a:pt x="2387278" y="1052343"/>
                  <a:pt x="2457096" y="986849"/>
                </a:cubicBezTo>
                <a:cubicBezTo>
                  <a:pt x="2527419" y="920906"/>
                  <a:pt x="2610381" y="912707"/>
                  <a:pt x="2701992" y="949608"/>
                </a:cubicBezTo>
                <a:cubicBezTo>
                  <a:pt x="2663629" y="844855"/>
                  <a:pt x="2682108" y="755265"/>
                  <a:pt x="2771415" y="690109"/>
                </a:cubicBezTo>
                <a:cubicBezTo>
                  <a:pt x="2838369" y="641187"/>
                  <a:pt x="2913691" y="637986"/>
                  <a:pt x="2987160" y="677978"/>
                </a:cubicBezTo>
                <a:cubicBezTo>
                  <a:pt x="3074839" y="725721"/>
                  <a:pt x="3102642" y="804132"/>
                  <a:pt x="3092420" y="900855"/>
                </a:cubicBezTo>
                <a:cubicBezTo>
                  <a:pt x="3115280" y="897259"/>
                  <a:pt x="3137242" y="892148"/>
                  <a:pt x="3159428" y="890689"/>
                </a:cubicBezTo>
                <a:cubicBezTo>
                  <a:pt x="3181054" y="889284"/>
                  <a:pt x="3202960" y="891531"/>
                  <a:pt x="3227842" y="892260"/>
                </a:cubicBezTo>
                <a:cubicBezTo>
                  <a:pt x="3222898" y="844743"/>
                  <a:pt x="3229696" y="798684"/>
                  <a:pt x="3253006" y="750829"/>
                </a:cubicBezTo>
                <a:cubicBezTo>
                  <a:pt x="3192680" y="771723"/>
                  <a:pt x="3137804" y="770768"/>
                  <a:pt x="3085286" y="743077"/>
                </a:cubicBezTo>
                <a:cubicBezTo>
                  <a:pt x="3048102" y="723474"/>
                  <a:pt x="3019906" y="694379"/>
                  <a:pt x="3001426" y="656296"/>
                </a:cubicBezTo>
                <a:cubicBezTo>
                  <a:pt x="2963288" y="577772"/>
                  <a:pt x="2981150" y="487454"/>
                  <a:pt x="3046811" y="426961"/>
                </a:cubicBezTo>
                <a:cubicBezTo>
                  <a:pt x="3107809" y="370681"/>
                  <a:pt x="3202678" y="361356"/>
                  <a:pt x="3275080" y="404606"/>
                </a:cubicBezTo>
                <a:cubicBezTo>
                  <a:pt x="3356018" y="452910"/>
                  <a:pt x="3383934" y="535142"/>
                  <a:pt x="3357423" y="644782"/>
                </a:cubicBezTo>
                <a:cubicBezTo>
                  <a:pt x="3388090" y="638716"/>
                  <a:pt x="3419208" y="628718"/>
                  <a:pt x="3450607" y="627370"/>
                </a:cubicBezTo>
                <a:cubicBezTo>
                  <a:pt x="3482230" y="626021"/>
                  <a:pt x="3514190" y="633323"/>
                  <a:pt x="3546768" y="636919"/>
                </a:cubicBezTo>
                <a:cubicBezTo>
                  <a:pt x="3524018" y="538454"/>
                  <a:pt x="3548620" y="454316"/>
                  <a:pt x="3636525" y="397416"/>
                </a:cubicBezTo>
                <a:cubicBezTo>
                  <a:pt x="3706286" y="352313"/>
                  <a:pt x="3781552" y="351751"/>
                  <a:pt x="3852998" y="394159"/>
                </a:cubicBezTo>
                <a:cubicBezTo>
                  <a:pt x="3936914" y="443980"/>
                  <a:pt x="3964942" y="521829"/>
                  <a:pt x="3952922" y="616754"/>
                </a:cubicBezTo>
                <a:cubicBezTo>
                  <a:pt x="3978536" y="613664"/>
                  <a:pt x="4003754" y="608609"/>
                  <a:pt x="4029030" y="608217"/>
                </a:cubicBezTo>
                <a:cubicBezTo>
                  <a:pt x="4053408" y="607823"/>
                  <a:pt x="4077842" y="612205"/>
                  <a:pt x="4105027" y="614731"/>
                </a:cubicBezTo>
                <a:cubicBezTo>
                  <a:pt x="4094693" y="552554"/>
                  <a:pt x="4108004" y="495710"/>
                  <a:pt x="4143166" y="442576"/>
                </a:cubicBezTo>
                <a:cubicBezTo>
                  <a:pt x="4097838" y="469649"/>
                  <a:pt x="4050038" y="482792"/>
                  <a:pt x="3997969" y="472625"/>
                </a:cubicBezTo>
                <a:cubicBezTo>
                  <a:pt x="3945003" y="462291"/>
                  <a:pt x="3903156" y="434825"/>
                  <a:pt x="3874118" y="388767"/>
                </a:cubicBezTo>
                <a:cubicBezTo>
                  <a:pt x="3826319" y="312883"/>
                  <a:pt x="3838114" y="215991"/>
                  <a:pt x="3902820" y="153532"/>
                </a:cubicBezTo>
                <a:cubicBezTo>
                  <a:pt x="3965616" y="92926"/>
                  <a:pt x="4066551" y="84277"/>
                  <a:pt x="4136930" y="133985"/>
                </a:cubicBezTo>
                <a:cubicBezTo>
                  <a:pt x="4180068" y="164430"/>
                  <a:pt x="4207422" y="205431"/>
                  <a:pt x="4216409" y="257894"/>
                </a:cubicBezTo>
                <a:cubicBezTo>
                  <a:pt x="4225172" y="308951"/>
                  <a:pt x="4212140" y="355459"/>
                  <a:pt x="4183382" y="401012"/>
                </a:cubicBezTo>
                <a:cubicBezTo>
                  <a:pt x="4297574" y="342652"/>
                  <a:pt x="4370705" y="345123"/>
                  <a:pt x="4456699" y="407976"/>
                </a:cubicBezTo>
                <a:cubicBezTo>
                  <a:pt x="4426368" y="361806"/>
                  <a:pt x="4409405" y="312433"/>
                  <a:pt x="4418842" y="256714"/>
                </a:cubicBezTo>
                <a:cubicBezTo>
                  <a:pt x="4428333" y="200882"/>
                  <a:pt x="4457598" y="157745"/>
                  <a:pt x="4504948" y="127807"/>
                </a:cubicBezTo>
                <a:cubicBezTo>
                  <a:pt x="4542609" y="104020"/>
                  <a:pt x="4586504" y="95608"/>
                  <a:pt x="4628413" y="101260"/>
                </a:cubicBezTo>
                <a:close/>
                <a:moveTo>
                  <a:pt x="2501704" y="2"/>
                </a:moveTo>
                <a:lnTo>
                  <a:pt x="2706755" y="2"/>
                </a:lnTo>
                <a:lnTo>
                  <a:pt x="2698853" y="38742"/>
                </a:lnTo>
                <a:cubicBezTo>
                  <a:pt x="2693692" y="51156"/>
                  <a:pt x="2686011" y="62792"/>
                  <a:pt x="2675816" y="72875"/>
                </a:cubicBezTo>
                <a:cubicBezTo>
                  <a:pt x="2634813" y="113429"/>
                  <a:pt x="2571175" y="112698"/>
                  <a:pt x="2530564" y="71248"/>
                </a:cubicBezTo>
                <a:cubicBezTo>
                  <a:pt x="2520594" y="61053"/>
                  <a:pt x="2513177" y="49268"/>
                  <a:pt x="2508299" y="36719"/>
                </a:cubicBezTo>
                <a:close/>
                <a:moveTo>
                  <a:pt x="1974488" y="2"/>
                </a:moveTo>
                <a:lnTo>
                  <a:pt x="2090821" y="2"/>
                </a:lnTo>
                <a:lnTo>
                  <a:pt x="2091095" y="1339"/>
                </a:lnTo>
                <a:cubicBezTo>
                  <a:pt x="2091270" y="16216"/>
                  <a:pt x="2085822" y="31143"/>
                  <a:pt x="2074700" y="42602"/>
                </a:cubicBezTo>
                <a:cubicBezTo>
                  <a:pt x="2052289" y="65743"/>
                  <a:pt x="2015835" y="66641"/>
                  <a:pt x="1992358" y="44679"/>
                </a:cubicBezTo>
                <a:cubicBezTo>
                  <a:pt x="1980309" y="33417"/>
                  <a:pt x="1974172" y="18097"/>
                  <a:pt x="1973990" y="2693"/>
                </a:cubicBezTo>
                <a:close/>
                <a:moveTo>
                  <a:pt x="4736352" y="1"/>
                </a:moveTo>
                <a:lnTo>
                  <a:pt x="5038835" y="1"/>
                </a:lnTo>
                <a:lnTo>
                  <a:pt x="5039434" y="3283"/>
                </a:lnTo>
                <a:cubicBezTo>
                  <a:pt x="5039125" y="42067"/>
                  <a:pt x="5024310" y="80711"/>
                  <a:pt x="4995074" y="109778"/>
                </a:cubicBezTo>
                <a:cubicBezTo>
                  <a:pt x="4935424" y="169036"/>
                  <a:pt x="4839207" y="168025"/>
                  <a:pt x="4779780" y="107531"/>
                </a:cubicBezTo>
                <a:cubicBezTo>
                  <a:pt x="4764924" y="92393"/>
                  <a:pt x="4753886" y="75125"/>
                  <a:pt x="4746649" y="56807"/>
                </a:cubicBezTo>
                <a:close/>
                <a:moveTo>
                  <a:pt x="3041585" y="1"/>
                </a:moveTo>
                <a:lnTo>
                  <a:pt x="3309631" y="1"/>
                </a:lnTo>
                <a:lnTo>
                  <a:pt x="3309975" y="1786"/>
                </a:lnTo>
                <a:cubicBezTo>
                  <a:pt x="3310031" y="36309"/>
                  <a:pt x="3297154" y="70852"/>
                  <a:pt x="3271316" y="96915"/>
                </a:cubicBezTo>
                <a:cubicBezTo>
                  <a:pt x="3219248" y="149433"/>
                  <a:pt x="3134546" y="149769"/>
                  <a:pt x="3081691" y="97646"/>
                </a:cubicBezTo>
                <a:cubicBezTo>
                  <a:pt x="3054983" y="71331"/>
                  <a:pt x="3041376" y="37391"/>
                  <a:pt x="3040962" y="3367"/>
                </a:cubicBezTo>
                <a:close/>
                <a:moveTo>
                  <a:pt x="4161499" y="0"/>
                </a:moveTo>
                <a:lnTo>
                  <a:pt x="4475738" y="0"/>
                </a:lnTo>
                <a:lnTo>
                  <a:pt x="4476105" y="1835"/>
                </a:lnTo>
                <a:cubicBezTo>
                  <a:pt x="4476176" y="41953"/>
                  <a:pt x="4460631" y="82085"/>
                  <a:pt x="4429458" y="113203"/>
                </a:cubicBezTo>
                <a:cubicBezTo>
                  <a:pt x="4367446" y="175044"/>
                  <a:pt x="4267690" y="174988"/>
                  <a:pt x="4206299" y="113035"/>
                </a:cubicBezTo>
                <a:cubicBezTo>
                  <a:pt x="4176220" y="82648"/>
                  <a:pt x="4161139" y="42473"/>
                  <a:pt x="4161069" y="2277"/>
                </a:cubicBezTo>
                <a:close/>
                <a:moveTo>
                  <a:pt x="3592935" y="0"/>
                </a:moveTo>
                <a:lnTo>
                  <a:pt x="3896686" y="0"/>
                </a:lnTo>
                <a:lnTo>
                  <a:pt x="3897295" y="3232"/>
                </a:lnTo>
                <a:cubicBezTo>
                  <a:pt x="3896964" y="41967"/>
                  <a:pt x="3881644" y="80597"/>
                  <a:pt x="3851425" y="110338"/>
                </a:cubicBezTo>
                <a:cubicBezTo>
                  <a:pt x="3791325" y="169485"/>
                  <a:pt x="3695389" y="168810"/>
                  <a:pt x="3636244" y="108823"/>
                </a:cubicBezTo>
                <a:cubicBezTo>
                  <a:pt x="3606896" y="79053"/>
                  <a:pt x="3592432" y="39890"/>
                  <a:pt x="3592770" y="817"/>
                </a:cubicBezTo>
                <a:close/>
              </a:path>
            </a:pathLst>
          </a:custGeom>
          <a:noFill/>
          <a:ln>
            <a:noFill/>
          </a:ln>
        </p:spPr>
      </p:pic>
      <p:pic>
        <p:nvPicPr>
          <p:cNvPr id="102" name="Google Shape;102;p25"/>
          <p:cNvPicPr preferRelativeResize="0"/>
          <p:nvPr/>
        </p:nvPicPr>
        <p:blipFill rotWithShape="1">
          <a:blip r:embed="rId3">
            <a:alphaModFix/>
          </a:blip>
          <a:srcRect b="0" l="0" r="0" t="0"/>
          <a:stretch/>
        </p:blipFill>
        <p:spPr>
          <a:xfrm>
            <a:off x="359423" y="380696"/>
            <a:ext cx="1450519" cy="48001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Navy Abstract Image " showMasterSp="0">
  <p:cSld name="2_Title Navy Abstract Image ">
    <p:bg>
      <p:bgPr>
        <a:solidFill>
          <a:srgbClr val="191C33"/>
        </a:solidFill>
      </p:bgPr>
    </p:bg>
    <p:spTree>
      <p:nvGrpSpPr>
        <p:cNvPr id="113" name="Shape 113"/>
        <p:cNvGrpSpPr/>
        <p:nvPr/>
      </p:nvGrpSpPr>
      <p:grpSpPr>
        <a:xfrm>
          <a:off x="0" y="0"/>
          <a:ext cx="0" cy="0"/>
          <a:chOff x="0" y="0"/>
          <a:chExt cx="0" cy="0"/>
        </a:xfrm>
      </p:grpSpPr>
      <p:sp>
        <p:nvSpPr>
          <p:cNvPr id="114" name="Google Shape;114;p27"/>
          <p:cNvSpPr txBox="1"/>
          <p:nvPr>
            <p:ph idx="1" type="body"/>
          </p:nvPr>
        </p:nvSpPr>
        <p:spPr>
          <a:xfrm>
            <a:off x="423056" y="1221717"/>
            <a:ext cx="4650000" cy="1447200"/>
          </a:xfrm>
          <a:prstGeom prst="rect">
            <a:avLst/>
          </a:prstGeom>
          <a:noFill/>
          <a:ln>
            <a:noFill/>
          </a:ln>
        </p:spPr>
        <p:txBody>
          <a:bodyPr anchorCtr="0" anchor="b" bIns="0" lIns="0" spcFirstLastPara="1" rIns="0" wrap="square" tIns="0">
            <a:noAutofit/>
          </a:bodyPr>
          <a:lstStyle>
            <a:lvl1pPr indent="-228600" lvl="0" marL="457200" algn="l">
              <a:lnSpc>
                <a:spcPct val="85000"/>
              </a:lnSpc>
              <a:spcBef>
                <a:spcPts val="900"/>
              </a:spcBef>
              <a:spcAft>
                <a:spcPts val="0"/>
              </a:spcAft>
              <a:buSzPts val="3000"/>
              <a:buNone/>
              <a:defRPr b="0" i="0" sz="3000" cap="none">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5" name="Google Shape;115;p27"/>
          <p:cNvSpPr txBox="1"/>
          <p:nvPr>
            <p:ph idx="2" type="body"/>
          </p:nvPr>
        </p:nvSpPr>
        <p:spPr>
          <a:xfrm>
            <a:off x="423056" y="3407627"/>
            <a:ext cx="4650000" cy="166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0"/>
              </a:spcBef>
              <a:spcAft>
                <a:spcPts val="0"/>
              </a:spcAft>
              <a:buSzPts val="1200"/>
              <a:buNone/>
              <a:defRPr b="0" i="0" sz="1200">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cxnSp>
        <p:nvCxnSpPr>
          <p:cNvPr id="116" name="Google Shape;116;p27"/>
          <p:cNvCxnSpPr/>
          <p:nvPr/>
        </p:nvCxnSpPr>
        <p:spPr>
          <a:xfrm>
            <a:off x="423055" y="3228274"/>
            <a:ext cx="542400" cy="0"/>
          </a:xfrm>
          <a:prstGeom prst="straightConnector1">
            <a:avLst/>
          </a:prstGeom>
          <a:noFill/>
          <a:ln cap="flat" cmpd="sng" w="47625">
            <a:solidFill>
              <a:srgbClr val="005C8A"/>
            </a:solidFill>
            <a:prstDash val="solid"/>
            <a:round/>
            <a:headEnd len="sm" w="sm" type="none"/>
            <a:tailEnd len="sm" w="sm" type="none"/>
          </a:ln>
        </p:spPr>
      </p:cxnSp>
      <p:sp>
        <p:nvSpPr>
          <p:cNvPr id="117" name="Google Shape;117;p27"/>
          <p:cNvSpPr txBox="1"/>
          <p:nvPr>
            <p:ph idx="3" type="body"/>
          </p:nvPr>
        </p:nvSpPr>
        <p:spPr>
          <a:xfrm>
            <a:off x="423056" y="2848316"/>
            <a:ext cx="4650000" cy="166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0"/>
              </a:spcBef>
              <a:spcAft>
                <a:spcPts val="0"/>
              </a:spcAft>
              <a:buSzPts val="1200"/>
              <a:buNone/>
              <a:defRPr b="0" i="0" sz="1200">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8" name="Google Shape;118;p27"/>
          <p:cNvSpPr txBox="1"/>
          <p:nvPr/>
        </p:nvSpPr>
        <p:spPr>
          <a:xfrm>
            <a:off x="423056" y="4972050"/>
            <a:ext cx="5490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600">
                <a:solidFill>
                  <a:srgbClr val="F2F2F2"/>
                </a:solidFill>
                <a:latin typeface="Arial"/>
                <a:ea typeface="Arial"/>
                <a:cs typeface="Arial"/>
                <a:sym typeface="Arial"/>
              </a:rPr>
              <a:t>Broadcom Proprietary and Confidential.  Copyright © 202</a:t>
            </a:r>
            <a:r>
              <a:rPr lang="en" sz="600">
                <a:solidFill>
                  <a:srgbClr val="F2F2F2"/>
                </a:solidFill>
              </a:rPr>
              <a:t>5</a:t>
            </a:r>
            <a:r>
              <a:rPr lang="en" sz="600">
                <a:solidFill>
                  <a:srgbClr val="F2F2F2"/>
                </a:solidFill>
                <a:latin typeface="Arial"/>
                <a:ea typeface="Arial"/>
                <a:cs typeface="Arial"/>
                <a:sym typeface="Arial"/>
              </a:rPr>
              <a:t> Broadcom.  All Rights Reserved. The term “Broadcom” refers to Broadcom Inc. and/or its subsidiaries.</a:t>
            </a:r>
            <a:endParaRPr sz="1100"/>
          </a:p>
        </p:txBody>
      </p:sp>
      <p:pic>
        <p:nvPicPr>
          <p:cNvPr id="119" name="Google Shape;119;p27"/>
          <p:cNvPicPr preferRelativeResize="0"/>
          <p:nvPr/>
        </p:nvPicPr>
        <p:blipFill rotWithShape="1">
          <a:blip r:embed="rId2">
            <a:alphaModFix/>
          </a:blip>
          <a:srcRect b="3131" l="5046" r="55711" t="3121"/>
          <a:stretch/>
        </p:blipFill>
        <p:spPr>
          <a:xfrm>
            <a:off x="5322477" y="1"/>
            <a:ext cx="3827521" cy="5143495"/>
          </a:xfrm>
          <a:custGeom>
            <a:rect b="b" l="l" r="r" t="t"/>
            <a:pathLst>
              <a:path extrusionOk="0" h="6857994" w="5103362">
                <a:moveTo>
                  <a:pt x="2031254" y="6795239"/>
                </a:moveTo>
                <a:cubicBezTo>
                  <a:pt x="2046658" y="6795421"/>
                  <a:pt x="2061978" y="6801557"/>
                  <a:pt x="2073239" y="6813605"/>
                </a:cubicBezTo>
                <a:cubicBezTo>
                  <a:pt x="2084220" y="6825373"/>
                  <a:pt x="2089486" y="6840370"/>
                  <a:pt x="2089114" y="6855226"/>
                </a:cubicBezTo>
                <a:lnTo>
                  <a:pt x="2088507" y="6857993"/>
                </a:lnTo>
                <a:lnTo>
                  <a:pt x="1972722" y="6857993"/>
                </a:lnTo>
                <a:lnTo>
                  <a:pt x="1971905" y="6853794"/>
                </a:lnTo>
                <a:cubicBezTo>
                  <a:pt x="1971884" y="6838909"/>
                  <a:pt x="1977500" y="6824024"/>
                  <a:pt x="1988762" y="6812595"/>
                </a:cubicBezTo>
                <a:cubicBezTo>
                  <a:pt x="2000361" y="6800827"/>
                  <a:pt x="2015850" y="6795056"/>
                  <a:pt x="2031254" y="6795239"/>
                </a:cubicBezTo>
                <a:close/>
                <a:moveTo>
                  <a:pt x="2603619" y="6753057"/>
                </a:moveTo>
                <a:cubicBezTo>
                  <a:pt x="2630082" y="6753239"/>
                  <a:pt x="2656383" y="6763532"/>
                  <a:pt x="2676042" y="6783894"/>
                </a:cubicBezTo>
                <a:cubicBezTo>
                  <a:pt x="2695224" y="6803749"/>
                  <a:pt x="2704744" y="6830022"/>
                  <a:pt x="2704639" y="6856246"/>
                </a:cubicBezTo>
                <a:lnTo>
                  <a:pt x="2704304" y="6857994"/>
                </a:lnTo>
                <a:lnTo>
                  <a:pt x="2499649" y="6857994"/>
                </a:lnTo>
                <a:lnTo>
                  <a:pt x="2499152" y="6855466"/>
                </a:lnTo>
                <a:cubicBezTo>
                  <a:pt x="2499251" y="6829361"/>
                  <a:pt x="2509614" y="6803271"/>
                  <a:pt x="2530228" y="6782883"/>
                </a:cubicBezTo>
                <a:cubicBezTo>
                  <a:pt x="2550532" y="6762802"/>
                  <a:pt x="2577156" y="6752874"/>
                  <a:pt x="2603619" y="6753057"/>
                </a:cubicBezTo>
                <a:close/>
                <a:moveTo>
                  <a:pt x="3173794" y="6722059"/>
                </a:moveTo>
                <a:cubicBezTo>
                  <a:pt x="3207874" y="6722487"/>
                  <a:pt x="3241772" y="6735700"/>
                  <a:pt x="3267104" y="6761594"/>
                </a:cubicBezTo>
                <a:cubicBezTo>
                  <a:pt x="3292800" y="6787881"/>
                  <a:pt x="3305438" y="6822762"/>
                  <a:pt x="3305095" y="6857411"/>
                </a:cubicBezTo>
                <a:lnTo>
                  <a:pt x="3304977" y="6857994"/>
                </a:lnTo>
                <a:lnTo>
                  <a:pt x="3038523" y="6857994"/>
                </a:lnTo>
                <a:lnTo>
                  <a:pt x="3037725" y="6853487"/>
                </a:lnTo>
                <a:cubicBezTo>
                  <a:pt x="3038428" y="6819392"/>
                  <a:pt x="3052372" y="6785410"/>
                  <a:pt x="3079388" y="6759236"/>
                </a:cubicBezTo>
                <a:cubicBezTo>
                  <a:pt x="3105450" y="6733988"/>
                  <a:pt x="3139713" y="6721631"/>
                  <a:pt x="3173794" y="6722059"/>
                </a:cubicBezTo>
                <a:close/>
                <a:moveTo>
                  <a:pt x="4889120" y="6704232"/>
                </a:moveTo>
                <a:cubicBezTo>
                  <a:pt x="4928038" y="6704780"/>
                  <a:pt x="4966878" y="6720311"/>
                  <a:pt x="4996535" y="6750698"/>
                </a:cubicBezTo>
                <a:cubicBezTo>
                  <a:pt x="5025742" y="6780607"/>
                  <a:pt x="5040066" y="6818999"/>
                  <a:pt x="5039609" y="6857313"/>
                </a:cubicBezTo>
                <a:lnTo>
                  <a:pt x="5039467" y="6857994"/>
                </a:lnTo>
                <a:lnTo>
                  <a:pt x="4736963" y="6857994"/>
                </a:lnTo>
                <a:lnTo>
                  <a:pt x="4736482" y="6855467"/>
                </a:lnTo>
                <a:cubicBezTo>
                  <a:pt x="4736573" y="6816204"/>
                  <a:pt x="4751500" y="6776984"/>
                  <a:pt x="4781242" y="6747664"/>
                </a:cubicBezTo>
                <a:cubicBezTo>
                  <a:pt x="4811207" y="6718119"/>
                  <a:pt x="4850202" y="6703684"/>
                  <a:pt x="4889120" y="6704232"/>
                </a:cubicBezTo>
                <a:close/>
                <a:moveTo>
                  <a:pt x="3744186" y="6703600"/>
                </a:moveTo>
                <a:cubicBezTo>
                  <a:pt x="3783097" y="6703263"/>
                  <a:pt x="3822078" y="6717810"/>
                  <a:pt x="3851987" y="6747327"/>
                </a:cubicBezTo>
                <a:cubicBezTo>
                  <a:pt x="3881812" y="6776759"/>
                  <a:pt x="3896894" y="6815754"/>
                  <a:pt x="3897175" y="6854827"/>
                </a:cubicBezTo>
                <a:lnTo>
                  <a:pt x="3896586" y="6857993"/>
                </a:lnTo>
                <a:lnTo>
                  <a:pt x="3592863" y="6857993"/>
                </a:lnTo>
                <a:lnTo>
                  <a:pt x="3592643" y="6856919"/>
                </a:lnTo>
                <a:cubicBezTo>
                  <a:pt x="3592362" y="6818183"/>
                  <a:pt x="3607064" y="6779342"/>
                  <a:pt x="3636805" y="6749180"/>
                </a:cubicBezTo>
                <a:cubicBezTo>
                  <a:pt x="3666434" y="6719158"/>
                  <a:pt x="3705275" y="6703936"/>
                  <a:pt x="3744186" y="6703600"/>
                </a:cubicBezTo>
                <a:close/>
                <a:moveTo>
                  <a:pt x="4313841" y="6698327"/>
                </a:moveTo>
                <a:cubicBezTo>
                  <a:pt x="4353784" y="6698333"/>
                  <a:pt x="4393762" y="6713485"/>
                  <a:pt x="4424514" y="6743788"/>
                </a:cubicBezTo>
                <a:cubicBezTo>
                  <a:pt x="4455912" y="6774737"/>
                  <a:pt x="4471780" y="6814786"/>
                  <a:pt x="4472046" y="6854905"/>
                </a:cubicBezTo>
                <a:lnTo>
                  <a:pt x="4471455" y="6857993"/>
                </a:lnTo>
                <a:lnTo>
                  <a:pt x="4157523" y="6857993"/>
                </a:lnTo>
                <a:lnTo>
                  <a:pt x="4157032" y="6855410"/>
                </a:lnTo>
                <a:cubicBezTo>
                  <a:pt x="4157137" y="6814771"/>
                  <a:pt x="4172598" y="6774175"/>
                  <a:pt x="4203378" y="6743732"/>
                </a:cubicBezTo>
                <a:cubicBezTo>
                  <a:pt x="4233990" y="6713457"/>
                  <a:pt x="4273898" y="6698319"/>
                  <a:pt x="4313841" y="6698327"/>
                </a:cubicBezTo>
                <a:close/>
                <a:moveTo>
                  <a:pt x="1746205" y="6500887"/>
                </a:moveTo>
                <a:cubicBezTo>
                  <a:pt x="1763807" y="6501210"/>
                  <a:pt x="1781360" y="6508245"/>
                  <a:pt x="1794587" y="6521922"/>
                </a:cubicBezTo>
                <a:cubicBezTo>
                  <a:pt x="1821324" y="6549556"/>
                  <a:pt x="1820368" y="6591683"/>
                  <a:pt x="1792284" y="6618476"/>
                </a:cubicBezTo>
                <a:cubicBezTo>
                  <a:pt x="1765829" y="6643807"/>
                  <a:pt x="1723029" y="6643471"/>
                  <a:pt x="1697247" y="6617746"/>
                </a:cubicBezTo>
                <a:cubicBezTo>
                  <a:pt x="1671130" y="6591683"/>
                  <a:pt x="1671242" y="6545962"/>
                  <a:pt x="1697529" y="6520124"/>
                </a:cubicBezTo>
                <a:cubicBezTo>
                  <a:pt x="1710952" y="6506952"/>
                  <a:pt x="1728603" y="6500564"/>
                  <a:pt x="1746205" y="6500887"/>
                </a:cubicBezTo>
                <a:close/>
                <a:moveTo>
                  <a:pt x="2317497" y="6452738"/>
                </a:moveTo>
                <a:cubicBezTo>
                  <a:pt x="2347624" y="6452780"/>
                  <a:pt x="2377731" y="6464350"/>
                  <a:pt x="2400816" y="6487436"/>
                </a:cubicBezTo>
                <a:cubicBezTo>
                  <a:pt x="2447772" y="6534392"/>
                  <a:pt x="2447266" y="6609939"/>
                  <a:pt x="2399580" y="6656278"/>
                </a:cubicBezTo>
                <a:cubicBezTo>
                  <a:pt x="2353072" y="6701438"/>
                  <a:pt x="2278256" y="6700427"/>
                  <a:pt x="2232646" y="6653976"/>
                </a:cubicBezTo>
                <a:cubicBezTo>
                  <a:pt x="2187038" y="6607524"/>
                  <a:pt x="2187655" y="6533156"/>
                  <a:pt x="2234051" y="6487210"/>
                </a:cubicBezTo>
                <a:cubicBezTo>
                  <a:pt x="2257220" y="6464181"/>
                  <a:pt x="2287369" y="6452695"/>
                  <a:pt x="2317497" y="6452738"/>
                </a:cubicBezTo>
                <a:close/>
                <a:moveTo>
                  <a:pt x="2890563" y="6414101"/>
                </a:moveTo>
                <a:cubicBezTo>
                  <a:pt x="2930457" y="6414416"/>
                  <a:pt x="2970196" y="6430143"/>
                  <a:pt x="3000303" y="6461204"/>
                </a:cubicBezTo>
                <a:cubicBezTo>
                  <a:pt x="3059280" y="6522092"/>
                  <a:pt x="3057819" y="6620723"/>
                  <a:pt x="2997157" y="6680038"/>
                </a:cubicBezTo>
                <a:cubicBezTo>
                  <a:pt x="2936215" y="6739633"/>
                  <a:pt x="2838931" y="6738453"/>
                  <a:pt x="2778718" y="6677454"/>
                </a:cubicBezTo>
                <a:cubicBezTo>
                  <a:pt x="2718336" y="6616230"/>
                  <a:pt x="2718842" y="6520238"/>
                  <a:pt x="2779896" y="6459463"/>
                </a:cubicBezTo>
                <a:cubicBezTo>
                  <a:pt x="2810621" y="6428879"/>
                  <a:pt x="2850670" y="6413784"/>
                  <a:pt x="2890563" y="6414101"/>
                </a:cubicBezTo>
                <a:close/>
                <a:moveTo>
                  <a:pt x="5103362" y="6409638"/>
                </a:moveTo>
                <a:lnTo>
                  <a:pt x="5103362" y="6733153"/>
                </a:lnTo>
                <a:lnTo>
                  <a:pt x="5047199" y="6695652"/>
                </a:lnTo>
                <a:cubicBezTo>
                  <a:pt x="4979011" y="6626622"/>
                  <a:pt x="4979404" y="6515294"/>
                  <a:pt x="5048098" y="6446545"/>
                </a:cubicBezTo>
                <a:close/>
                <a:moveTo>
                  <a:pt x="3457642" y="6392116"/>
                </a:moveTo>
                <a:cubicBezTo>
                  <a:pt x="3502746" y="6392172"/>
                  <a:pt x="3547863" y="6409332"/>
                  <a:pt x="3582322" y="6443567"/>
                </a:cubicBezTo>
                <a:cubicBezTo>
                  <a:pt x="3652758" y="6513496"/>
                  <a:pt x="3652926" y="6624204"/>
                  <a:pt x="3582659" y="6694247"/>
                </a:cubicBezTo>
                <a:cubicBezTo>
                  <a:pt x="3513796" y="6762886"/>
                  <a:pt x="3402470" y="6763335"/>
                  <a:pt x="3333383" y="6695202"/>
                </a:cubicBezTo>
                <a:cubicBezTo>
                  <a:pt x="3264183" y="6626957"/>
                  <a:pt x="3264015" y="6511811"/>
                  <a:pt x="3333045" y="6443286"/>
                </a:cubicBezTo>
                <a:cubicBezTo>
                  <a:pt x="3367448" y="6409107"/>
                  <a:pt x="3412538" y="6392060"/>
                  <a:pt x="3457642" y="6392116"/>
                </a:cubicBezTo>
                <a:close/>
                <a:moveTo>
                  <a:pt x="1462266" y="6211739"/>
                </a:moveTo>
                <a:cubicBezTo>
                  <a:pt x="1480844" y="6212055"/>
                  <a:pt x="1499310" y="6219427"/>
                  <a:pt x="1513240" y="6233778"/>
                </a:cubicBezTo>
                <a:cubicBezTo>
                  <a:pt x="1541098" y="6262536"/>
                  <a:pt x="1540257" y="6308202"/>
                  <a:pt x="1511329" y="6336286"/>
                </a:cubicBezTo>
                <a:cubicBezTo>
                  <a:pt x="1482290" y="6364426"/>
                  <a:pt x="1437074" y="6363697"/>
                  <a:pt x="1408990" y="6334545"/>
                </a:cubicBezTo>
                <a:cubicBezTo>
                  <a:pt x="1381074" y="6305617"/>
                  <a:pt x="1381804" y="6259785"/>
                  <a:pt x="1410619" y="6232037"/>
                </a:cubicBezTo>
                <a:cubicBezTo>
                  <a:pt x="1424998" y="6218163"/>
                  <a:pt x="1443688" y="6211423"/>
                  <a:pt x="1462266" y="6211739"/>
                </a:cubicBezTo>
                <a:close/>
                <a:moveTo>
                  <a:pt x="2031534" y="6155936"/>
                </a:moveTo>
                <a:cubicBezTo>
                  <a:pt x="2064210" y="6156238"/>
                  <a:pt x="2096830" y="6169268"/>
                  <a:pt x="2122106" y="6194965"/>
                </a:cubicBezTo>
                <a:cubicBezTo>
                  <a:pt x="2171085" y="6244843"/>
                  <a:pt x="2171029" y="6325390"/>
                  <a:pt x="2121994" y="6374986"/>
                </a:cubicBezTo>
                <a:cubicBezTo>
                  <a:pt x="2072622" y="6424863"/>
                  <a:pt x="1989044" y="6425032"/>
                  <a:pt x="1939390" y="6375324"/>
                </a:cubicBezTo>
                <a:cubicBezTo>
                  <a:pt x="1889400" y="6325276"/>
                  <a:pt x="1889962" y="6243438"/>
                  <a:pt x="1940625" y="6193280"/>
                </a:cubicBezTo>
                <a:cubicBezTo>
                  <a:pt x="1966126" y="6168061"/>
                  <a:pt x="1998858" y="6155634"/>
                  <a:pt x="2031534" y="6155936"/>
                </a:cubicBezTo>
                <a:close/>
                <a:moveTo>
                  <a:pt x="2604728" y="6115515"/>
                </a:moveTo>
                <a:cubicBezTo>
                  <a:pt x="2647606" y="6115725"/>
                  <a:pt x="2690448" y="6132562"/>
                  <a:pt x="2723616" y="6165982"/>
                </a:cubicBezTo>
                <a:cubicBezTo>
                  <a:pt x="2789277" y="6232149"/>
                  <a:pt x="2789053" y="6339262"/>
                  <a:pt x="2722998" y="6404529"/>
                </a:cubicBezTo>
                <a:cubicBezTo>
                  <a:pt x="2657169" y="6469573"/>
                  <a:pt x="2548931" y="6469011"/>
                  <a:pt x="2483889" y="6403350"/>
                </a:cubicBezTo>
                <a:cubicBezTo>
                  <a:pt x="2418452" y="6337240"/>
                  <a:pt x="2419239" y="6230744"/>
                  <a:pt x="2485629" y="6164801"/>
                </a:cubicBezTo>
                <a:cubicBezTo>
                  <a:pt x="2518938" y="6131718"/>
                  <a:pt x="2561850" y="6115304"/>
                  <a:pt x="2604728" y="6115515"/>
                </a:cubicBezTo>
                <a:close/>
                <a:moveTo>
                  <a:pt x="4284149" y="6001015"/>
                </a:moveTo>
                <a:cubicBezTo>
                  <a:pt x="4280667" y="6025335"/>
                  <a:pt x="4277465" y="6047634"/>
                  <a:pt x="4275050" y="6064765"/>
                </a:cubicBezTo>
                <a:cubicBezTo>
                  <a:pt x="4302628" y="6065552"/>
                  <a:pt x="4330601" y="6066338"/>
                  <a:pt x="4358292" y="6067180"/>
                </a:cubicBezTo>
                <a:cubicBezTo>
                  <a:pt x="4355427" y="6047354"/>
                  <a:pt x="4352225" y="6024999"/>
                  <a:pt x="4349585" y="6006182"/>
                </a:cubicBezTo>
                <a:cubicBezTo>
                  <a:pt x="4325938" y="6004329"/>
                  <a:pt x="4304706" y="6002644"/>
                  <a:pt x="4284149" y="6001015"/>
                </a:cubicBezTo>
                <a:close/>
                <a:moveTo>
                  <a:pt x="4935649" y="5996465"/>
                </a:moveTo>
                <a:cubicBezTo>
                  <a:pt x="4908574" y="5997251"/>
                  <a:pt x="4880716" y="5998038"/>
                  <a:pt x="4854260" y="5998768"/>
                </a:cubicBezTo>
                <a:cubicBezTo>
                  <a:pt x="4849935" y="6026178"/>
                  <a:pt x="4845891" y="6051398"/>
                  <a:pt x="4841736" y="6077796"/>
                </a:cubicBezTo>
                <a:cubicBezTo>
                  <a:pt x="4860214" y="6077178"/>
                  <a:pt x="4879030" y="6075325"/>
                  <a:pt x="4897734" y="6076224"/>
                </a:cubicBezTo>
                <a:cubicBezTo>
                  <a:pt x="4915934" y="6077122"/>
                  <a:pt x="4934020" y="6080830"/>
                  <a:pt x="4951656" y="6083246"/>
                </a:cubicBezTo>
                <a:cubicBezTo>
                  <a:pt x="4946096" y="6053251"/>
                  <a:pt x="4940984" y="6025391"/>
                  <a:pt x="4935649" y="5996465"/>
                </a:cubicBezTo>
                <a:close/>
                <a:moveTo>
                  <a:pt x="3695332" y="5996241"/>
                </a:moveTo>
                <a:cubicBezTo>
                  <a:pt x="3690222" y="6025447"/>
                  <a:pt x="3685166" y="6054149"/>
                  <a:pt x="3680167" y="6082909"/>
                </a:cubicBezTo>
                <a:cubicBezTo>
                  <a:pt x="3698760" y="6080548"/>
                  <a:pt x="3717352" y="6076842"/>
                  <a:pt x="3736112" y="6076112"/>
                </a:cubicBezTo>
                <a:cubicBezTo>
                  <a:pt x="3754591" y="6075381"/>
                  <a:pt x="3773183" y="6077629"/>
                  <a:pt x="3791382" y="6078527"/>
                </a:cubicBezTo>
                <a:cubicBezTo>
                  <a:pt x="3787001" y="6050949"/>
                  <a:pt x="3782957" y="6024943"/>
                  <a:pt x="3778800" y="5998656"/>
                </a:cubicBezTo>
                <a:cubicBezTo>
                  <a:pt x="3750772" y="5997812"/>
                  <a:pt x="3722687" y="5997027"/>
                  <a:pt x="3695332" y="5996241"/>
                </a:cubicBezTo>
                <a:close/>
                <a:moveTo>
                  <a:pt x="3091352" y="5960236"/>
                </a:moveTo>
                <a:cubicBezTo>
                  <a:pt x="3102362" y="6021571"/>
                  <a:pt x="3087476" y="6078807"/>
                  <a:pt x="3050237" y="6130990"/>
                </a:cubicBezTo>
                <a:cubicBezTo>
                  <a:pt x="3110056" y="6089367"/>
                  <a:pt x="3173920" y="6078865"/>
                  <a:pt x="3244018" y="6102230"/>
                </a:cubicBezTo>
                <a:cubicBezTo>
                  <a:pt x="3237840" y="6077853"/>
                  <a:pt x="3230482" y="6056228"/>
                  <a:pt x="3227280" y="6034042"/>
                </a:cubicBezTo>
                <a:cubicBezTo>
                  <a:pt x="3223966" y="6011181"/>
                  <a:pt x="3224584" y="5987760"/>
                  <a:pt x="3223686" y="5968774"/>
                </a:cubicBezTo>
                <a:cubicBezTo>
                  <a:pt x="3178638" y="5965852"/>
                  <a:pt x="3135501" y="5963101"/>
                  <a:pt x="3091352" y="5960236"/>
                </a:cubicBezTo>
                <a:close/>
                <a:moveTo>
                  <a:pt x="1174059" y="5929316"/>
                </a:moveTo>
                <a:cubicBezTo>
                  <a:pt x="1191394" y="5929245"/>
                  <a:pt x="1208751" y="5936028"/>
                  <a:pt x="1222400" y="5949677"/>
                </a:cubicBezTo>
                <a:cubicBezTo>
                  <a:pt x="1249248" y="5976526"/>
                  <a:pt x="1249191" y="6020674"/>
                  <a:pt x="1222286" y="6046737"/>
                </a:cubicBezTo>
                <a:cubicBezTo>
                  <a:pt x="1196336" y="6071899"/>
                  <a:pt x="1152974" y="6072069"/>
                  <a:pt x="1126743" y="6047129"/>
                </a:cubicBezTo>
                <a:cubicBezTo>
                  <a:pt x="1099614" y="6021347"/>
                  <a:pt x="1099221" y="5977030"/>
                  <a:pt x="1125846" y="5950069"/>
                </a:cubicBezTo>
                <a:cubicBezTo>
                  <a:pt x="1139410" y="5936308"/>
                  <a:pt x="1156724" y="5929385"/>
                  <a:pt x="1174059" y="5929316"/>
                </a:cubicBezTo>
                <a:close/>
                <a:moveTo>
                  <a:pt x="1746136" y="5868127"/>
                </a:moveTo>
                <a:cubicBezTo>
                  <a:pt x="1779549" y="5868007"/>
                  <a:pt x="1812956" y="5880561"/>
                  <a:pt x="1838512" y="5905809"/>
                </a:cubicBezTo>
                <a:cubicBezTo>
                  <a:pt x="1889962" y="5956642"/>
                  <a:pt x="1889962" y="6042356"/>
                  <a:pt x="1838568" y="6093244"/>
                </a:cubicBezTo>
                <a:cubicBezTo>
                  <a:pt x="1787511" y="6143796"/>
                  <a:pt x="1704887" y="6143572"/>
                  <a:pt x="1653716" y="6092738"/>
                </a:cubicBezTo>
                <a:cubicBezTo>
                  <a:pt x="1601031" y="6040390"/>
                  <a:pt x="1601031" y="5958833"/>
                  <a:pt x="1653716" y="5906483"/>
                </a:cubicBezTo>
                <a:cubicBezTo>
                  <a:pt x="1679302" y="5881039"/>
                  <a:pt x="1712722" y="5868246"/>
                  <a:pt x="1746136" y="5868127"/>
                </a:cubicBezTo>
                <a:close/>
                <a:moveTo>
                  <a:pt x="2317419" y="5820728"/>
                </a:moveTo>
                <a:cubicBezTo>
                  <a:pt x="2362775" y="5820756"/>
                  <a:pt x="2408118" y="5837733"/>
                  <a:pt x="2442324" y="5871659"/>
                </a:cubicBezTo>
                <a:cubicBezTo>
                  <a:pt x="2511860" y="5940577"/>
                  <a:pt x="2511468" y="6053419"/>
                  <a:pt x="2441537" y="6122956"/>
                </a:cubicBezTo>
                <a:cubicBezTo>
                  <a:pt x="2372170" y="6191932"/>
                  <a:pt x="2262191" y="6191820"/>
                  <a:pt x="2192878" y="6122788"/>
                </a:cubicBezTo>
                <a:cubicBezTo>
                  <a:pt x="2123005" y="6053251"/>
                  <a:pt x="2122837" y="5940296"/>
                  <a:pt x="2192430" y="5871489"/>
                </a:cubicBezTo>
                <a:cubicBezTo>
                  <a:pt x="2226692" y="5837620"/>
                  <a:pt x="2272062" y="5820699"/>
                  <a:pt x="2317419" y="5820728"/>
                </a:cubicBezTo>
                <a:close/>
                <a:moveTo>
                  <a:pt x="3427914" y="5712926"/>
                </a:moveTo>
                <a:cubicBezTo>
                  <a:pt x="3426005" y="5731124"/>
                  <a:pt x="3424208" y="5747918"/>
                  <a:pt x="3422073" y="5767521"/>
                </a:cubicBezTo>
                <a:cubicBezTo>
                  <a:pt x="3437576" y="5766342"/>
                  <a:pt x="3449652" y="5765443"/>
                  <a:pt x="3463188" y="5764433"/>
                </a:cubicBezTo>
                <a:cubicBezTo>
                  <a:pt x="3461503" y="5746852"/>
                  <a:pt x="3459930" y="5731012"/>
                  <a:pt x="3458301" y="5714217"/>
                </a:cubicBezTo>
                <a:cubicBezTo>
                  <a:pt x="3447573" y="5713769"/>
                  <a:pt x="3438250" y="5713375"/>
                  <a:pt x="3427914" y="5712926"/>
                </a:cubicBezTo>
                <a:close/>
                <a:moveTo>
                  <a:pt x="2816968" y="5690514"/>
                </a:moveTo>
                <a:cubicBezTo>
                  <a:pt x="2820732" y="5732866"/>
                  <a:pt x="2813149" y="5773138"/>
                  <a:pt x="2791917" y="5816894"/>
                </a:cubicBezTo>
                <a:cubicBezTo>
                  <a:pt x="2839380" y="5794988"/>
                  <a:pt x="2883752" y="5788809"/>
                  <a:pt x="2930204" y="5797516"/>
                </a:cubicBezTo>
                <a:cubicBezTo>
                  <a:pt x="2925935" y="5762130"/>
                  <a:pt x="2921948" y="5728933"/>
                  <a:pt x="2918127" y="5697086"/>
                </a:cubicBezTo>
                <a:cubicBezTo>
                  <a:pt x="2885663" y="5695064"/>
                  <a:pt x="2853647" y="5692930"/>
                  <a:pt x="2816968" y="5690514"/>
                </a:cubicBezTo>
                <a:close/>
                <a:moveTo>
                  <a:pt x="889713" y="5654272"/>
                </a:moveTo>
                <a:cubicBezTo>
                  <a:pt x="905060" y="5654244"/>
                  <a:pt x="920380" y="5660183"/>
                  <a:pt x="931837" y="5672091"/>
                </a:cubicBezTo>
                <a:cubicBezTo>
                  <a:pt x="953970" y="5695064"/>
                  <a:pt x="953464" y="5732249"/>
                  <a:pt x="930771" y="5754602"/>
                </a:cubicBezTo>
                <a:cubicBezTo>
                  <a:pt x="907910" y="5777127"/>
                  <a:pt x="871232" y="5777070"/>
                  <a:pt x="848428" y="5754546"/>
                </a:cubicBezTo>
                <a:cubicBezTo>
                  <a:pt x="825623" y="5732023"/>
                  <a:pt x="825176" y="5695232"/>
                  <a:pt x="847417" y="5672260"/>
                </a:cubicBezTo>
                <a:cubicBezTo>
                  <a:pt x="858988" y="5660296"/>
                  <a:pt x="874365" y="5654300"/>
                  <a:pt x="889713" y="5654272"/>
                </a:cubicBezTo>
                <a:close/>
                <a:moveTo>
                  <a:pt x="1459429" y="5584560"/>
                </a:moveTo>
                <a:cubicBezTo>
                  <a:pt x="1492372" y="5584904"/>
                  <a:pt x="1525288" y="5597837"/>
                  <a:pt x="1550367" y="5623282"/>
                </a:cubicBezTo>
                <a:cubicBezTo>
                  <a:pt x="1600637" y="5674282"/>
                  <a:pt x="1599626" y="5754210"/>
                  <a:pt x="1548063" y="5804706"/>
                </a:cubicBezTo>
                <a:cubicBezTo>
                  <a:pt x="1498186" y="5853516"/>
                  <a:pt x="1417304" y="5853180"/>
                  <a:pt x="1368043" y="5803976"/>
                </a:cubicBezTo>
                <a:cubicBezTo>
                  <a:pt x="1318333" y="5754323"/>
                  <a:pt x="1318447" y="5670688"/>
                  <a:pt x="1368323" y="5621372"/>
                </a:cubicBezTo>
                <a:cubicBezTo>
                  <a:pt x="1393515" y="5596461"/>
                  <a:pt x="1426486" y="5584216"/>
                  <a:pt x="1459429" y="5584560"/>
                </a:cubicBezTo>
                <a:close/>
                <a:moveTo>
                  <a:pt x="2034575" y="5533110"/>
                </a:moveTo>
                <a:cubicBezTo>
                  <a:pt x="2080836" y="5533623"/>
                  <a:pt x="2126852" y="5551555"/>
                  <a:pt x="2161256" y="5586773"/>
                </a:cubicBezTo>
                <a:cubicBezTo>
                  <a:pt x="2230681" y="5657825"/>
                  <a:pt x="2229220" y="5770892"/>
                  <a:pt x="2157998" y="5841047"/>
                </a:cubicBezTo>
                <a:cubicBezTo>
                  <a:pt x="2087339" y="5910696"/>
                  <a:pt x="1972473" y="5909742"/>
                  <a:pt x="1903666" y="5838914"/>
                </a:cubicBezTo>
                <a:cubicBezTo>
                  <a:pt x="1834860" y="5768140"/>
                  <a:pt x="1836096" y="5652433"/>
                  <a:pt x="1906420" y="5583964"/>
                </a:cubicBezTo>
                <a:cubicBezTo>
                  <a:pt x="1941806" y="5549504"/>
                  <a:pt x="1988313" y="5532598"/>
                  <a:pt x="2034575" y="5533110"/>
                </a:cubicBezTo>
                <a:close/>
                <a:moveTo>
                  <a:pt x="2539215" y="5411076"/>
                </a:moveTo>
                <a:cubicBezTo>
                  <a:pt x="2534216" y="5444272"/>
                  <a:pt x="2529272" y="5476736"/>
                  <a:pt x="2524611" y="5507237"/>
                </a:cubicBezTo>
                <a:cubicBezTo>
                  <a:pt x="2557413" y="5502855"/>
                  <a:pt x="2590834" y="5498418"/>
                  <a:pt x="2624928" y="5493868"/>
                </a:cubicBezTo>
                <a:cubicBezTo>
                  <a:pt x="2622288" y="5468984"/>
                  <a:pt x="2619648" y="5443654"/>
                  <a:pt x="2616952" y="5418096"/>
                </a:cubicBezTo>
                <a:cubicBezTo>
                  <a:pt x="2590610" y="5415738"/>
                  <a:pt x="2564378" y="5413379"/>
                  <a:pt x="2539215" y="5411076"/>
                </a:cubicBezTo>
                <a:close/>
                <a:moveTo>
                  <a:pt x="603864" y="5383595"/>
                </a:moveTo>
                <a:cubicBezTo>
                  <a:pt x="615034" y="5383623"/>
                  <a:pt x="626084" y="5387934"/>
                  <a:pt x="634089" y="5396528"/>
                </a:cubicBezTo>
                <a:cubicBezTo>
                  <a:pt x="649142" y="5412649"/>
                  <a:pt x="648804" y="5440564"/>
                  <a:pt x="633415" y="5456235"/>
                </a:cubicBezTo>
                <a:cubicBezTo>
                  <a:pt x="616902" y="5473086"/>
                  <a:pt x="588929" y="5472524"/>
                  <a:pt x="572246" y="5455000"/>
                </a:cubicBezTo>
                <a:cubicBezTo>
                  <a:pt x="556184" y="5438205"/>
                  <a:pt x="556463" y="5412929"/>
                  <a:pt x="572921" y="5396359"/>
                </a:cubicBezTo>
                <a:cubicBezTo>
                  <a:pt x="581403" y="5387821"/>
                  <a:pt x="592693" y="5383567"/>
                  <a:pt x="603864" y="5383595"/>
                </a:cubicBezTo>
                <a:close/>
                <a:moveTo>
                  <a:pt x="1172809" y="5309747"/>
                </a:moveTo>
                <a:cubicBezTo>
                  <a:pt x="1202922" y="5309382"/>
                  <a:pt x="1233212" y="5320532"/>
                  <a:pt x="1256718" y="5343280"/>
                </a:cubicBezTo>
                <a:cubicBezTo>
                  <a:pt x="1303505" y="5388609"/>
                  <a:pt x="1304910" y="5463313"/>
                  <a:pt x="1259806" y="5510101"/>
                </a:cubicBezTo>
                <a:cubicBezTo>
                  <a:pt x="1213805" y="5557788"/>
                  <a:pt x="1137697" y="5558744"/>
                  <a:pt x="1090851" y="5512122"/>
                </a:cubicBezTo>
                <a:cubicBezTo>
                  <a:pt x="1044568" y="5466121"/>
                  <a:pt x="1044175" y="5392035"/>
                  <a:pt x="1089954" y="5345303"/>
                </a:cubicBezTo>
                <a:cubicBezTo>
                  <a:pt x="1112758" y="5321992"/>
                  <a:pt x="1142695" y="5310112"/>
                  <a:pt x="1172809" y="5309747"/>
                </a:cubicBezTo>
                <a:close/>
                <a:moveTo>
                  <a:pt x="1746557" y="5249115"/>
                </a:moveTo>
                <a:cubicBezTo>
                  <a:pt x="1791667" y="5249114"/>
                  <a:pt x="1836742" y="5266218"/>
                  <a:pt x="1871090" y="5300425"/>
                </a:cubicBezTo>
                <a:cubicBezTo>
                  <a:pt x="1940008" y="5369063"/>
                  <a:pt x="1939728" y="5484208"/>
                  <a:pt x="1870471" y="5552340"/>
                </a:cubicBezTo>
                <a:cubicBezTo>
                  <a:pt x="1800541" y="5621148"/>
                  <a:pt x="1688428" y="5619687"/>
                  <a:pt x="1619173" y="5549082"/>
                </a:cubicBezTo>
                <a:cubicBezTo>
                  <a:pt x="1550871" y="5479491"/>
                  <a:pt x="1552052" y="5369568"/>
                  <a:pt x="1621813" y="5300425"/>
                </a:cubicBezTo>
                <a:cubicBezTo>
                  <a:pt x="1656301" y="5266218"/>
                  <a:pt x="1701446" y="5249114"/>
                  <a:pt x="1746557" y="5249115"/>
                </a:cubicBezTo>
                <a:close/>
                <a:moveTo>
                  <a:pt x="318239" y="5117273"/>
                </a:moveTo>
                <a:cubicBezTo>
                  <a:pt x="324304" y="5117315"/>
                  <a:pt x="330356" y="5119505"/>
                  <a:pt x="334877" y="5123830"/>
                </a:cubicBezTo>
                <a:cubicBezTo>
                  <a:pt x="343979" y="5132481"/>
                  <a:pt x="344708" y="5147421"/>
                  <a:pt x="336507" y="5157026"/>
                </a:cubicBezTo>
                <a:cubicBezTo>
                  <a:pt x="327464" y="5167586"/>
                  <a:pt x="311457" y="5168429"/>
                  <a:pt x="301403" y="5158879"/>
                </a:cubicBezTo>
                <a:cubicBezTo>
                  <a:pt x="291460" y="5149387"/>
                  <a:pt x="291516" y="5132985"/>
                  <a:pt x="301514" y="5123606"/>
                </a:cubicBezTo>
                <a:cubicBezTo>
                  <a:pt x="306092" y="5119337"/>
                  <a:pt x="312172" y="5117231"/>
                  <a:pt x="318239" y="5117273"/>
                </a:cubicBezTo>
                <a:close/>
                <a:moveTo>
                  <a:pt x="2247138" y="5115404"/>
                </a:moveTo>
                <a:cubicBezTo>
                  <a:pt x="2246238" y="5133939"/>
                  <a:pt x="2246520" y="5152025"/>
                  <a:pt x="2244274" y="5169719"/>
                </a:cubicBezTo>
                <a:cubicBezTo>
                  <a:pt x="2241971" y="5187693"/>
                  <a:pt x="2237196" y="5205330"/>
                  <a:pt x="2233770" y="5221732"/>
                </a:cubicBezTo>
                <a:cubicBezTo>
                  <a:pt x="2268650" y="5216339"/>
                  <a:pt x="2301228" y="5211284"/>
                  <a:pt x="2334367" y="5206173"/>
                </a:cubicBezTo>
                <a:cubicBezTo>
                  <a:pt x="2332064" y="5180110"/>
                  <a:pt x="2329650" y="5152139"/>
                  <a:pt x="2327179" y="5124503"/>
                </a:cubicBezTo>
                <a:cubicBezTo>
                  <a:pt x="2300554" y="5121414"/>
                  <a:pt x="2275166" y="5118550"/>
                  <a:pt x="2247138" y="5115404"/>
                </a:cubicBezTo>
                <a:close/>
                <a:moveTo>
                  <a:pt x="887691" y="5038678"/>
                </a:moveTo>
                <a:cubicBezTo>
                  <a:pt x="913908" y="5038706"/>
                  <a:pt x="940096" y="5048367"/>
                  <a:pt x="959811" y="5067661"/>
                </a:cubicBezTo>
                <a:cubicBezTo>
                  <a:pt x="1000364" y="5107317"/>
                  <a:pt x="1000476" y="5172921"/>
                  <a:pt x="960092" y="5213476"/>
                </a:cubicBezTo>
                <a:cubicBezTo>
                  <a:pt x="919257" y="5254479"/>
                  <a:pt x="855619" y="5254365"/>
                  <a:pt x="814840" y="5213308"/>
                </a:cubicBezTo>
                <a:cubicBezTo>
                  <a:pt x="774510" y="5172697"/>
                  <a:pt x="774792" y="5106923"/>
                  <a:pt x="815401" y="5067493"/>
                </a:cubicBezTo>
                <a:cubicBezTo>
                  <a:pt x="835229" y="5048255"/>
                  <a:pt x="861474" y="5038650"/>
                  <a:pt x="887691" y="5038678"/>
                </a:cubicBezTo>
                <a:close/>
                <a:moveTo>
                  <a:pt x="1459724" y="4971930"/>
                </a:moveTo>
                <a:cubicBezTo>
                  <a:pt x="1502721" y="4971586"/>
                  <a:pt x="1545844" y="4987818"/>
                  <a:pt x="1579349" y="5020705"/>
                </a:cubicBezTo>
                <a:cubicBezTo>
                  <a:pt x="1646078" y="5086197"/>
                  <a:pt x="1647539" y="5192973"/>
                  <a:pt x="1582607" y="5259534"/>
                </a:cubicBezTo>
                <a:cubicBezTo>
                  <a:pt x="1516834" y="5326936"/>
                  <a:pt x="1407923" y="5327780"/>
                  <a:pt x="1341420" y="5261443"/>
                </a:cubicBezTo>
                <a:cubicBezTo>
                  <a:pt x="1275421" y="5195614"/>
                  <a:pt x="1275142" y="5089119"/>
                  <a:pt x="1340858" y="5022614"/>
                </a:cubicBezTo>
                <a:cubicBezTo>
                  <a:pt x="1373857" y="4989194"/>
                  <a:pt x="1416728" y="4972273"/>
                  <a:pt x="1459724" y="4971930"/>
                </a:cubicBezTo>
                <a:close/>
                <a:moveTo>
                  <a:pt x="1947366" y="4813329"/>
                </a:moveTo>
                <a:cubicBezTo>
                  <a:pt x="1956466" y="4860680"/>
                  <a:pt x="1950456" y="4903198"/>
                  <a:pt x="1934055" y="4941619"/>
                </a:cubicBezTo>
                <a:cubicBezTo>
                  <a:pt x="1974664" y="4934709"/>
                  <a:pt x="2015218" y="4927801"/>
                  <a:pt x="2055267" y="4921004"/>
                </a:cubicBezTo>
                <a:cubicBezTo>
                  <a:pt x="2052738" y="4890897"/>
                  <a:pt x="2050042" y="4858433"/>
                  <a:pt x="2047346" y="4826303"/>
                </a:cubicBezTo>
                <a:cubicBezTo>
                  <a:pt x="2029765" y="4825012"/>
                  <a:pt x="2013700" y="4824562"/>
                  <a:pt x="1997805" y="4822484"/>
                </a:cubicBezTo>
                <a:cubicBezTo>
                  <a:pt x="1981628" y="4820407"/>
                  <a:pt x="1965621" y="4816755"/>
                  <a:pt x="1947366" y="4813329"/>
                </a:cubicBezTo>
                <a:close/>
                <a:moveTo>
                  <a:pt x="603181" y="4777396"/>
                </a:moveTo>
                <a:cubicBezTo>
                  <a:pt x="623642" y="4777325"/>
                  <a:pt x="644058" y="4785048"/>
                  <a:pt x="659421" y="4800579"/>
                </a:cubicBezTo>
                <a:cubicBezTo>
                  <a:pt x="689864" y="4831417"/>
                  <a:pt x="689415" y="4883822"/>
                  <a:pt x="658411" y="4913759"/>
                </a:cubicBezTo>
                <a:cubicBezTo>
                  <a:pt x="627686" y="4943417"/>
                  <a:pt x="578314" y="4943247"/>
                  <a:pt x="547700" y="4913254"/>
                </a:cubicBezTo>
                <a:cubicBezTo>
                  <a:pt x="515855" y="4882023"/>
                  <a:pt x="515405" y="4832483"/>
                  <a:pt x="546691" y="4800973"/>
                </a:cubicBezTo>
                <a:cubicBezTo>
                  <a:pt x="562221" y="4785329"/>
                  <a:pt x="582722" y="4777466"/>
                  <a:pt x="603181" y="4777396"/>
                </a:cubicBezTo>
                <a:close/>
                <a:moveTo>
                  <a:pt x="1175091" y="4699771"/>
                </a:moveTo>
                <a:cubicBezTo>
                  <a:pt x="1215195" y="4699996"/>
                  <a:pt x="1255230" y="4715512"/>
                  <a:pt x="1285307" y="4746265"/>
                </a:cubicBezTo>
                <a:cubicBezTo>
                  <a:pt x="1344846" y="4807151"/>
                  <a:pt x="1343667" y="4904491"/>
                  <a:pt x="1282668" y="4964649"/>
                </a:cubicBezTo>
                <a:cubicBezTo>
                  <a:pt x="1221443" y="5025029"/>
                  <a:pt x="1125452" y="5024468"/>
                  <a:pt x="1064678" y="4963413"/>
                </a:cubicBezTo>
                <a:cubicBezTo>
                  <a:pt x="1004296" y="4902751"/>
                  <a:pt x="1004184" y="4805410"/>
                  <a:pt x="1064452" y="4745030"/>
                </a:cubicBezTo>
                <a:cubicBezTo>
                  <a:pt x="1094811" y="4714614"/>
                  <a:pt x="1134987" y="4699546"/>
                  <a:pt x="1175091" y="4699771"/>
                </a:cubicBezTo>
                <a:close/>
                <a:moveTo>
                  <a:pt x="319131" y="4520825"/>
                </a:moveTo>
                <a:cubicBezTo>
                  <a:pt x="332899" y="4521085"/>
                  <a:pt x="346534" y="4526421"/>
                  <a:pt x="355942" y="4536756"/>
                </a:cubicBezTo>
                <a:cubicBezTo>
                  <a:pt x="374702" y="4557370"/>
                  <a:pt x="373410" y="4589218"/>
                  <a:pt x="353078" y="4608708"/>
                </a:cubicBezTo>
                <a:cubicBezTo>
                  <a:pt x="332463" y="4628423"/>
                  <a:pt x="301796" y="4627805"/>
                  <a:pt x="281688" y="4607304"/>
                </a:cubicBezTo>
                <a:cubicBezTo>
                  <a:pt x="262085" y="4587252"/>
                  <a:pt x="262029" y="4554954"/>
                  <a:pt x="281518" y="4535351"/>
                </a:cubicBezTo>
                <a:cubicBezTo>
                  <a:pt x="291460" y="4525381"/>
                  <a:pt x="305362" y="4520565"/>
                  <a:pt x="319131" y="4520825"/>
                </a:cubicBezTo>
                <a:close/>
                <a:moveTo>
                  <a:pt x="889432" y="4435323"/>
                </a:moveTo>
                <a:cubicBezTo>
                  <a:pt x="923680" y="4435484"/>
                  <a:pt x="957930" y="4448711"/>
                  <a:pt x="984245" y="4474971"/>
                </a:cubicBezTo>
                <a:cubicBezTo>
                  <a:pt x="1037211" y="4527881"/>
                  <a:pt x="1037491" y="4611011"/>
                  <a:pt x="984861" y="4664091"/>
                </a:cubicBezTo>
                <a:cubicBezTo>
                  <a:pt x="931614" y="4717731"/>
                  <a:pt x="845619" y="4717787"/>
                  <a:pt x="793214" y="4664203"/>
                </a:cubicBezTo>
                <a:cubicBezTo>
                  <a:pt x="741931" y="4611740"/>
                  <a:pt x="742549" y="4525578"/>
                  <a:pt x="794619" y="4474073"/>
                </a:cubicBezTo>
                <a:cubicBezTo>
                  <a:pt x="820934" y="4448066"/>
                  <a:pt x="855183" y="4435161"/>
                  <a:pt x="889432" y="4435323"/>
                </a:cubicBezTo>
                <a:close/>
                <a:moveTo>
                  <a:pt x="1982752" y="4282929"/>
                </a:moveTo>
                <a:cubicBezTo>
                  <a:pt x="1981966" y="4296129"/>
                  <a:pt x="1981292" y="4306240"/>
                  <a:pt x="1980561" y="4318765"/>
                </a:cubicBezTo>
                <a:cubicBezTo>
                  <a:pt x="1998535" y="4316854"/>
                  <a:pt x="2014881" y="4315169"/>
                  <a:pt x="2033024" y="4313260"/>
                </a:cubicBezTo>
                <a:cubicBezTo>
                  <a:pt x="2031676" y="4302532"/>
                  <a:pt x="2030721" y="4294668"/>
                  <a:pt x="2029709" y="4286635"/>
                </a:cubicBezTo>
                <a:cubicBezTo>
                  <a:pt x="2013532" y="4285344"/>
                  <a:pt x="1999546" y="4284220"/>
                  <a:pt x="1982752" y="4282929"/>
                </a:cubicBezTo>
                <a:close/>
                <a:moveTo>
                  <a:pt x="31982" y="4265391"/>
                </a:moveTo>
                <a:cubicBezTo>
                  <a:pt x="36286" y="4265559"/>
                  <a:pt x="40527" y="4267567"/>
                  <a:pt x="44599" y="4271358"/>
                </a:cubicBezTo>
                <a:cubicBezTo>
                  <a:pt x="52464" y="4278717"/>
                  <a:pt x="52519" y="4292478"/>
                  <a:pt x="45106" y="4299556"/>
                </a:cubicBezTo>
                <a:cubicBezTo>
                  <a:pt x="37804" y="4306576"/>
                  <a:pt x="23424" y="4306014"/>
                  <a:pt x="16628" y="4298488"/>
                </a:cubicBezTo>
                <a:cubicBezTo>
                  <a:pt x="9438" y="4290569"/>
                  <a:pt x="10449" y="4277482"/>
                  <a:pt x="18987" y="4270460"/>
                </a:cubicBezTo>
                <a:cubicBezTo>
                  <a:pt x="23311" y="4266893"/>
                  <a:pt x="27678" y="4265222"/>
                  <a:pt x="31982" y="4265391"/>
                </a:cubicBezTo>
                <a:close/>
                <a:moveTo>
                  <a:pt x="603225" y="4178436"/>
                </a:moveTo>
                <a:cubicBezTo>
                  <a:pt x="630016" y="4178021"/>
                  <a:pt x="656949" y="4187865"/>
                  <a:pt x="678070" y="4208058"/>
                </a:cubicBezTo>
                <a:cubicBezTo>
                  <a:pt x="721150" y="4249229"/>
                  <a:pt x="722778" y="4316687"/>
                  <a:pt x="681720" y="4359207"/>
                </a:cubicBezTo>
                <a:cubicBezTo>
                  <a:pt x="640829" y="4401614"/>
                  <a:pt x="572303" y="4402681"/>
                  <a:pt x="530290" y="4361510"/>
                </a:cubicBezTo>
                <a:cubicBezTo>
                  <a:pt x="487882" y="4320169"/>
                  <a:pt x="487432" y="4252711"/>
                  <a:pt x="529223" y="4210360"/>
                </a:cubicBezTo>
                <a:cubicBezTo>
                  <a:pt x="549780" y="4189522"/>
                  <a:pt x="576431" y="4178850"/>
                  <a:pt x="603225" y="4178436"/>
                </a:cubicBezTo>
                <a:close/>
                <a:moveTo>
                  <a:pt x="1174423" y="4108111"/>
                </a:moveTo>
                <a:cubicBezTo>
                  <a:pt x="1219591" y="4108146"/>
                  <a:pt x="1264751" y="4125769"/>
                  <a:pt x="1299742" y="4160987"/>
                </a:cubicBezTo>
                <a:cubicBezTo>
                  <a:pt x="1368211" y="4229905"/>
                  <a:pt x="1368437" y="4341400"/>
                  <a:pt x="1300135" y="4410264"/>
                </a:cubicBezTo>
                <a:cubicBezTo>
                  <a:pt x="1231667" y="4479295"/>
                  <a:pt x="1116521" y="4479182"/>
                  <a:pt x="1048219" y="4410038"/>
                </a:cubicBezTo>
                <a:cubicBezTo>
                  <a:pt x="980086" y="4341007"/>
                  <a:pt x="980425" y="4229625"/>
                  <a:pt x="1049063" y="4160763"/>
                </a:cubicBezTo>
                <a:cubicBezTo>
                  <a:pt x="1084084" y="4125629"/>
                  <a:pt x="1129258" y="4108076"/>
                  <a:pt x="1174423" y="4108111"/>
                </a:cubicBezTo>
                <a:close/>
                <a:moveTo>
                  <a:pt x="1670792" y="3954960"/>
                </a:moveTo>
                <a:cubicBezTo>
                  <a:pt x="1668825" y="3991864"/>
                  <a:pt x="1666972" y="4027924"/>
                  <a:pt x="1665119" y="4063198"/>
                </a:cubicBezTo>
                <a:cubicBezTo>
                  <a:pt x="1692866" y="4058199"/>
                  <a:pt x="1720670" y="4053199"/>
                  <a:pt x="1748922" y="4048144"/>
                </a:cubicBezTo>
                <a:cubicBezTo>
                  <a:pt x="1748193" y="4021577"/>
                  <a:pt x="1747519" y="3994334"/>
                  <a:pt x="1746788" y="3966588"/>
                </a:cubicBezTo>
                <a:cubicBezTo>
                  <a:pt x="1720670" y="3962600"/>
                  <a:pt x="1694888" y="3958668"/>
                  <a:pt x="1670792" y="3954960"/>
                </a:cubicBezTo>
                <a:close/>
                <a:moveTo>
                  <a:pt x="317410" y="3928724"/>
                </a:moveTo>
                <a:cubicBezTo>
                  <a:pt x="335089" y="3928562"/>
                  <a:pt x="352825" y="3934993"/>
                  <a:pt x="366389" y="3948053"/>
                </a:cubicBezTo>
                <a:cubicBezTo>
                  <a:pt x="394641" y="3975182"/>
                  <a:pt x="394979" y="4019723"/>
                  <a:pt x="367175" y="4047472"/>
                </a:cubicBezTo>
                <a:cubicBezTo>
                  <a:pt x="340047" y="4074544"/>
                  <a:pt x="297415" y="4074938"/>
                  <a:pt x="269835" y="4048427"/>
                </a:cubicBezTo>
                <a:cubicBezTo>
                  <a:pt x="241582" y="4021184"/>
                  <a:pt x="241077" y="3976587"/>
                  <a:pt x="268769" y="3948951"/>
                </a:cubicBezTo>
                <a:cubicBezTo>
                  <a:pt x="282108" y="3935639"/>
                  <a:pt x="299731" y="3928885"/>
                  <a:pt x="317410" y="3928724"/>
                </a:cubicBezTo>
                <a:close/>
                <a:moveTo>
                  <a:pt x="889629" y="3848156"/>
                </a:moveTo>
                <a:cubicBezTo>
                  <a:pt x="928540" y="3848044"/>
                  <a:pt x="967451" y="3862816"/>
                  <a:pt x="997220" y="3892501"/>
                </a:cubicBezTo>
                <a:cubicBezTo>
                  <a:pt x="1056533" y="3951590"/>
                  <a:pt x="1056701" y="4048706"/>
                  <a:pt x="997556" y="4107965"/>
                </a:cubicBezTo>
                <a:cubicBezTo>
                  <a:pt x="938130" y="4167502"/>
                  <a:pt x="842138" y="4167502"/>
                  <a:pt x="782374" y="4107965"/>
                </a:cubicBezTo>
                <a:cubicBezTo>
                  <a:pt x="722328" y="4048144"/>
                  <a:pt x="722160" y="3953163"/>
                  <a:pt x="782038" y="3893119"/>
                </a:cubicBezTo>
                <a:cubicBezTo>
                  <a:pt x="811806" y="3863265"/>
                  <a:pt x="850717" y="3848268"/>
                  <a:pt x="889629" y="3848156"/>
                </a:cubicBezTo>
                <a:close/>
                <a:moveTo>
                  <a:pt x="32727" y="3682248"/>
                </a:moveTo>
                <a:cubicBezTo>
                  <a:pt x="41033" y="3682318"/>
                  <a:pt x="49401" y="3685604"/>
                  <a:pt x="55664" y="3692091"/>
                </a:cubicBezTo>
                <a:cubicBezTo>
                  <a:pt x="68020" y="3704842"/>
                  <a:pt x="68020" y="3722366"/>
                  <a:pt x="55720" y="3735117"/>
                </a:cubicBezTo>
                <a:cubicBezTo>
                  <a:pt x="43195" y="3748092"/>
                  <a:pt x="22244" y="3748372"/>
                  <a:pt x="10224" y="3735623"/>
                </a:cubicBezTo>
                <a:cubicBezTo>
                  <a:pt x="-672" y="3724107"/>
                  <a:pt x="-729" y="3703269"/>
                  <a:pt x="10168" y="3691698"/>
                </a:cubicBezTo>
                <a:cubicBezTo>
                  <a:pt x="16178" y="3685323"/>
                  <a:pt x="24421" y="3682178"/>
                  <a:pt x="32727" y="3682248"/>
                </a:cubicBezTo>
                <a:close/>
                <a:moveTo>
                  <a:pt x="601432" y="3595188"/>
                </a:moveTo>
                <a:cubicBezTo>
                  <a:pt x="631603" y="3594780"/>
                  <a:pt x="661892" y="3605873"/>
                  <a:pt x="685201" y="3628566"/>
                </a:cubicBezTo>
                <a:cubicBezTo>
                  <a:pt x="731877" y="3674006"/>
                  <a:pt x="733282" y="3748879"/>
                  <a:pt x="688404" y="3795499"/>
                </a:cubicBezTo>
                <a:cubicBezTo>
                  <a:pt x="642289" y="3843411"/>
                  <a:pt x="566799" y="3844365"/>
                  <a:pt x="519561" y="3797633"/>
                </a:cubicBezTo>
                <a:cubicBezTo>
                  <a:pt x="473165" y="3751743"/>
                  <a:pt x="472661" y="3677545"/>
                  <a:pt x="518381" y="3630813"/>
                </a:cubicBezTo>
                <a:cubicBezTo>
                  <a:pt x="541213" y="3607503"/>
                  <a:pt x="571263" y="3595595"/>
                  <a:pt x="601432" y="3595188"/>
                </a:cubicBezTo>
                <a:close/>
                <a:moveTo>
                  <a:pt x="1683431" y="3387829"/>
                </a:moveTo>
                <a:cubicBezTo>
                  <a:pt x="1683093" y="3414786"/>
                  <a:pt x="1682812" y="3442591"/>
                  <a:pt x="1682475" y="3470113"/>
                </a:cubicBezTo>
                <a:cubicBezTo>
                  <a:pt x="1699606" y="3467585"/>
                  <a:pt x="1721737" y="3464328"/>
                  <a:pt x="1741676" y="3461406"/>
                </a:cubicBezTo>
                <a:cubicBezTo>
                  <a:pt x="1741676" y="3438715"/>
                  <a:pt x="1741620" y="3417539"/>
                  <a:pt x="1741620" y="3396253"/>
                </a:cubicBezTo>
                <a:cubicBezTo>
                  <a:pt x="1720444" y="3393165"/>
                  <a:pt x="1698090" y="3389962"/>
                  <a:pt x="1683431" y="3387829"/>
                </a:cubicBezTo>
                <a:close/>
                <a:moveTo>
                  <a:pt x="318161" y="3352366"/>
                </a:moveTo>
                <a:cubicBezTo>
                  <a:pt x="337940" y="3352387"/>
                  <a:pt x="357711" y="3359659"/>
                  <a:pt x="372399" y="3374179"/>
                </a:cubicBezTo>
                <a:cubicBezTo>
                  <a:pt x="402729" y="3404174"/>
                  <a:pt x="402000" y="3454049"/>
                  <a:pt x="370713" y="3484156"/>
                </a:cubicBezTo>
                <a:cubicBezTo>
                  <a:pt x="340215" y="3513532"/>
                  <a:pt x="293033" y="3512634"/>
                  <a:pt x="263264" y="3482078"/>
                </a:cubicBezTo>
                <a:cubicBezTo>
                  <a:pt x="234000" y="3452028"/>
                  <a:pt x="234280" y="3403218"/>
                  <a:pt x="263882" y="3374067"/>
                </a:cubicBezTo>
                <a:cubicBezTo>
                  <a:pt x="278598" y="3359576"/>
                  <a:pt x="298384" y="3352345"/>
                  <a:pt x="318161" y="3352366"/>
                </a:cubicBezTo>
                <a:close/>
                <a:moveTo>
                  <a:pt x="893076" y="3268697"/>
                </a:moveTo>
                <a:cubicBezTo>
                  <a:pt x="933707" y="3269524"/>
                  <a:pt x="974021" y="3286081"/>
                  <a:pt x="1004634" y="3318180"/>
                </a:cubicBezTo>
                <a:cubicBezTo>
                  <a:pt x="1064228" y="3380696"/>
                  <a:pt x="1061587" y="3481010"/>
                  <a:pt x="998792" y="3541392"/>
                </a:cubicBezTo>
                <a:cubicBezTo>
                  <a:pt x="936276" y="3601549"/>
                  <a:pt x="836295" y="3599302"/>
                  <a:pt x="775801" y="3536337"/>
                </a:cubicBezTo>
                <a:cubicBezTo>
                  <a:pt x="715083" y="3473147"/>
                  <a:pt x="716769" y="3374349"/>
                  <a:pt x="779621" y="3313574"/>
                </a:cubicBezTo>
                <a:cubicBezTo>
                  <a:pt x="811498" y="3282766"/>
                  <a:pt x="852445" y="3267867"/>
                  <a:pt x="893076" y="3268697"/>
                </a:cubicBezTo>
                <a:close/>
                <a:moveTo>
                  <a:pt x="31772" y="3110878"/>
                </a:moveTo>
                <a:cubicBezTo>
                  <a:pt x="40288" y="3110989"/>
                  <a:pt x="48756" y="3114176"/>
                  <a:pt x="54541" y="3120411"/>
                </a:cubicBezTo>
                <a:cubicBezTo>
                  <a:pt x="66562" y="3133330"/>
                  <a:pt x="65213" y="3153888"/>
                  <a:pt x="51508" y="3165795"/>
                </a:cubicBezTo>
                <a:cubicBezTo>
                  <a:pt x="38420" y="3177141"/>
                  <a:pt x="20447" y="3176074"/>
                  <a:pt x="8483" y="3163269"/>
                </a:cubicBezTo>
                <a:cubicBezTo>
                  <a:pt x="-2920" y="3151024"/>
                  <a:pt x="-2807" y="3131477"/>
                  <a:pt x="8708" y="3119794"/>
                </a:cubicBezTo>
                <a:cubicBezTo>
                  <a:pt x="14689" y="3113727"/>
                  <a:pt x="23256" y="3110766"/>
                  <a:pt x="31772" y="3110878"/>
                </a:cubicBezTo>
                <a:close/>
                <a:moveTo>
                  <a:pt x="606264" y="3022910"/>
                </a:moveTo>
                <a:cubicBezTo>
                  <a:pt x="636728" y="3023324"/>
                  <a:pt x="667114" y="3035540"/>
                  <a:pt x="690425" y="3059469"/>
                </a:cubicBezTo>
                <a:cubicBezTo>
                  <a:pt x="735641" y="3105862"/>
                  <a:pt x="735305" y="3180792"/>
                  <a:pt x="689583" y="3226681"/>
                </a:cubicBezTo>
                <a:cubicBezTo>
                  <a:pt x="643468" y="3272964"/>
                  <a:pt x="565619" y="3272852"/>
                  <a:pt x="519841" y="3226400"/>
                </a:cubicBezTo>
                <a:cubicBezTo>
                  <a:pt x="473447" y="3179387"/>
                  <a:pt x="474234" y="3103729"/>
                  <a:pt x="521639" y="3057166"/>
                </a:cubicBezTo>
                <a:cubicBezTo>
                  <a:pt x="545259" y="3033883"/>
                  <a:pt x="575800" y="3022495"/>
                  <a:pt x="606264" y="3022910"/>
                </a:cubicBezTo>
                <a:close/>
                <a:moveTo>
                  <a:pt x="1665961" y="2793400"/>
                </a:moveTo>
                <a:cubicBezTo>
                  <a:pt x="1667310" y="2829630"/>
                  <a:pt x="1668657" y="2866084"/>
                  <a:pt x="1670006" y="2903097"/>
                </a:cubicBezTo>
                <a:cubicBezTo>
                  <a:pt x="1694215" y="2899279"/>
                  <a:pt x="1720670" y="2895121"/>
                  <a:pt x="1746788" y="2891022"/>
                </a:cubicBezTo>
                <a:cubicBezTo>
                  <a:pt x="1747519" y="2862151"/>
                  <a:pt x="1748193" y="2835020"/>
                  <a:pt x="1748922" y="2807667"/>
                </a:cubicBezTo>
                <a:cubicBezTo>
                  <a:pt x="1719827" y="2802724"/>
                  <a:pt x="1691518" y="2797837"/>
                  <a:pt x="1665961" y="2793400"/>
                </a:cubicBezTo>
                <a:close/>
                <a:moveTo>
                  <a:pt x="317951" y="2785703"/>
                </a:moveTo>
                <a:cubicBezTo>
                  <a:pt x="335862" y="2785675"/>
                  <a:pt x="353780" y="2792695"/>
                  <a:pt x="367625" y="2806765"/>
                </a:cubicBezTo>
                <a:cubicBezTo>
                  <a:pt x="395148" y="2834738"/>
                  <a:pt x="394418" y="2879279"/>
                  <a:pt x="365939" y="2906184"/>
                </a:cubicBezTo>
                <a:cubicBezTo>
                  <a:pt x="338586" y="2932022"/>
                  <a:pt x="294774" y="2931236"/>
                  <a:pt x="268319" y="2904387"/>
                </a:cubicBezTo>
                <a:cubicBezTo>
                  <a:pt x="241640" y="2877257"/>
                  <a:pt x="241640" y="2834176"/>
                  <a:pt x="268319" y="2806934"/>
                </a:cubicBezTo>
                <a:cubicBezTo>
                  <a:pt x="282136" y="2792808"/>
                  <a:pt x="300040" y="2785731"/>
                  <a:pt x="317951" y="2785703"/>
                </a:cubicBezTo>
                <a:close/>
                <a:moveTo>
                  <a:pt x="889207" y="2705157"/>
                </a:moveTo>
                <a:cubicBezTo>
                  <a:pt x="928103" y="2705199"/>
                  <a:pt x="967029" y="2720125"/>
                  <a:pt x="996882" y="2749923"/>
                </a:cubicBezTo>
                <a:cubicBezTo>
                  <a:pt x="1056814" y="2809799"/>
                  <a:pt x="1056869" y="2904836"/>
                  <a:pt x="996994" y="2964768"/>
                </a:cubicBezTo>
                <a:cubicBezTo>
                  <a:pt x="937399" y="3024419"/>
                  <a:pt x="841351" y="3024588"/>
                  <a:pt x="781812" y="2965161"/>
                </a:cubicBezTo>
                <a:cubicBezTo>
                  <a:pt x="722555" y="2906016"/>
                  <a:pt x="722499" y="2808900"/>
                  <a:pt x="781699" y="2749698"/>
                </a:cubicBezTo>
                <a:cubicBezTo>
                  <a:pt x="811441" y="2719956"/>
                  <a:pt x="850310" y="2705114"/>
                  <a:pt x="889207" y="2705157"/>
                </a:cubicBezTo>
                <a:close/>
                <a:moveTo>
                  <a:pt x="34292" y="2546567"/>
                </a:moveTo>
                <a:cubicBezTo>
                  <a:pt x="40316" y="2546792"/>
                  <a:pt x="46257" y="2549179"/>
                  <a:pt x="50667" y="2553673"/>
                </a:cubicBezTo>
                <a:cubicBezTo>
                  <a:pt x="59539" y="2562716"/>
                  <a:pt x="59766" y="2577656"/>
                  <a:pt x="51226" y="2586980"/>
                </a:cubicBezTo>
                <a:cubicBezTo>
                  <a:pt x="41960" y="2597147"/>
                  <a:pt x="25615" y="2597370"/>
                  <a:pt x="16010" y="2587542"/>
                </a:cubicBezTo>
                <a:cubicBezTo>
                  <a:pt x="6292" y="2577600"/>
                  <a:pt x="6966" y="2561591"/>
                  <a:pt x="17414" y="2552437"/>
                </a:cubicBezTo>
                <a:cubicBezTo>
                  <a:pt x="22159" y="2548280"/>
                  <a:pt x="28268" y="2546344"/>
                  <a:pt x="34292" y="2546567"/>
                </a:cubicBezTo>
                <a:close/>
                <a:moveTo>
                  <a:pt x="1978202" y="2535085"/>
                </a:moveTo>
                <a:cubicBezTo>
                  <a:pt x="1979214" y="2549296"/>
                  <a:pt x="1979999" y="2561202"/>
                  <a:pt x="1980955" y="2575636"/>
                </a:cubicBezTo>
                <a:cubicBezTo>
                  <a:pt x="1999434" y="2573782"/>
                  <a:pt x="2014262" y="2572265"/>
                  <a:pt x="2031057" y="2570581"/>
                </a:cubicBezTo>
                <a:cubicBezTo>
                  <a:pt x="2031506" y="2559968"/>
                  <a:pt x="2031956" y="2550250"/>
                  <a:pt x="2032350" y="2539971"/>
                </a:cubicBezTo>
                <a:cubicBezTo>
                  <a:pt x="2012691" y="2538174"/>
                  <a:pt x="1996290" y="2536713"/>
                  <a:pt x="1978202" y="2535085"/>
                </a:cubicBezTo>
                <a:close/>
                <a:moveTo>
                  <a:pt x="602213" y="2464926"/>
                </a:moveTo>
                <a:cubicBezTo>
                  <a:pt x="629131" y="2464996"/>
                  <a:pt x="656106" y="2475317"/>
                  <a:pt x="676833" y="2495875"/>
                </a:cubicBezTo>
                <a:cubicBezTo>
                  <a:pt x="718679" y="2537385"/>
                  <a:pt x="719240" y="2602369"/>
                  <a:pt x="678011" y="2644215"/>
                </a:cubicBezTo>
                <a:cubicBezTo>
                  <a:pt x="636111" y="2686734"/>
                  <a:pt x="568258" y="2687071"/>
                  <a:pt x="527088" y="2644944"/>
                </a:cubicBezTo>
                <a:cubicBezTo>
                  <a:pt x="486927" y="2603887"/>
                  <a:pt x="487321" y="2535980"/>
                  <a:pt x="527929" y="2495482"/>
                </a:cubicBezTo>
                <a:cubicBezTo>
                  <a:pt x="548432" y="2475036"/>
                  <a:pt x="575293" y="2464856"/>
                  <a:pt x="602213" y="2464926"/>
                </a:cubicBezTo>
                <a:close/>
                <a:moveTo>
                  <a:pt x="1177064" y="2393723"/>
                </a:moveTo>
                <a:cubicBezTo>
                  <a:pt x="1222173" y="2393716"/>
                  <a:pt x="1267250" y="2410806"/>
                  <a:pt x="1301596" y="2444986"/>
                </a:cubicBezTo>
                <a:cubicBezTo>
                  <a:pt x="1370570" y="2513625"/>
                  <a:pt x="1370290" y="2628769"/>
                  <a:pt x="1301034" y="2696900"/>
                </a:cubicBezTo>
                <a:cubicBezTo>
                  <a:pt x="1231892" y="2764979"/>
                  <a:pt x="1120621" y="2764415"/>
                  <a:pt x="1051759" y="2695720"/>
                </a:cubicBezTo>
                <a:cubicBezTo>
                  <a:pt x="981548" y="2625679"/>
                  <a:pt x="981827" y="2514971"/>
                  <a:pt x="1052320" y="2445042"/>
                </a:cubicBezTo>
                <a:cubicBezTo>
                  <a:pt x="1086809" y="2410834"/>
                  <a:pt x="1131953" y="2393730"/>
                  <a:pt x="1177064" y="2393723"/>
                </a:cubicBezTo>
                <a:close/>
                <a:moveTo>
                  <a:pt x="319208" y="2234928"/>
                </a:moveTo>
                <a:cubicBezTo>
                  <a:pt x="332983" y="2235196"/>
                  <a:pt x="346618" y="2240531"/>
                  <a:pt x="355998" y="2250865"/>
                </a:cubicBezTo>
                <a:cubicBezTo>
                  <a:pt x="374702" y="2271480"/>
                  <a:pt x="373410" y="2303271"/>
                  <a:pt x="353078" y="2322761"/>
                </a:cubicBezTo>
                <a:cubicBezTo>
                  <a:pt x="332463" y="2342532"/>
                  <a:pt x="301739" y="2341914"/>
                  <a:pt x="281688" y="2321357"/>
                </a:cubicBezTo>
                <a:cubicBezTo>
                  <a:pt x="262085" y="2301305"/>
                  <a:pt x="262029" y="2268954"/>
                  <a:pt x="281575" y="2249406"/>
                </a:cubicBezTo>
                <a:cubicBezTo>
                  <a:pt x="291517" y="2239464"/>
                  <a:pt x="305433" y="2234662"/>
                  <a:pt x="319208" y="2234928"/>
                </a:cubicBezTo>
                <a:close/>
                <a:moveTo>
                  <a:pt x="1611703" y="2161111"/>
                </a:moveTo>
                <a:cubicBezTo>
                  <a:pt x="1657030" y="2222614"/>
                  <a:pt x="1666017" y="2287377"/>
                  <a:pt x="1643101" y="2359720"/>
                </a:cubicBezTo>
                <a:cubicBezTo>
                  <a:pt x="1690619" y="2338659"/>
                  <a:pt x="1735048" y="2332705"/>
                  <a:pt x="1776726" y="2338321"/>
                </a:cubicBezTo>
                <a:cubicBezTo>
                  <a:pt x="1779535" y="2292035"/>
                  <a:pt x="1782174" y="2248902"/>
                  <a:pt x="1784814" y="2205989"/>
                </a:cubicBezTo>
                <a:cubicBezTo>
                  <a:pt x="1686014" y="2204136"/>
                  <a:pt x="1682587" y="2203295"/>
                  <a:pt x="1611703" y="2161111"/>
                </a:cubicBezTo>
                <a:close/>
                <a:moveTo>
                  <a:pt x="889297" y="2149389"/>
                </a:moveTo>
                <a:cubicBezTo>
                  <a:pt x="923553" y="2149508"/>
                  <a:pt x="957817" y="2162709"/>
                  <a:pt x="984131" y="2188969"/>
                </a:cubicBezTo>
                <a:cubicBezTo>
                  <a:pt x="1037155" y="2241823"/>
                  <a:pt x="1037491" y="2324950"/>
                  <a:pt x="984974" y="2378087"/>
                </a:cubicBezTo>
                <a:cubicBezTo>
                  <a:pt x="932513" y="2431054"/>
                  <a:pt x="848373" y="2432066"/>
                  <a:pt x="795348" y="2380445"/>
                </a:cubicBezTo>
                <a:cubicBezTo>
                  <a:pt x="742101" y="2328603"/>
                  <a:pt x="741708" y="2240642"/>
                  <a:pt x="794507" y="2188295"/>
                </a:cubicBezTo>
                <a:cubicBezTo>
                  <a:pt x="820794" y="2162233"/>
                  <a:pt x="855042" y="2149271"/>
                  <a:pt x="889297" y="2149389"/>
                </a:cubicBezTo>
                <a:close/>
                <a:moveTo>
                  <a:pt x="604895" y="1920068"/>
                </a:moveTo>
                <a:cubicBezTo>
                  <a:pt x="625608" y="1920075"/>
                  <a:pt x="646306" y="1927756"/>
                  <a:pt x="661442" y="1943119"/>
                </a:cubicBezTo>
                <a:cubicBezTo>
                  <a:pt x="692167" y="1974237"/>
                  <a:pt x="691492" y="2024956"/>
                  <a:pt x="659926" y="2055849"/>
                </a:cubicBezTo>
                <a:cubicBezTo>
                  <a:pt x="628192" y="2086854"/>
                  <a:pt x="578651" y="2085898"/>
                  <a:pt x="547645" y="2053770"/>
                </a:cubicBezTo>
                <a:cubicBezTo>
                  <a:pt x="517989" y="2022989"/>
                  <a:pt x="518268" y="1973338"/>
                  <a:pt x="548263" y="1943063"/>
                </a:cubicBezTo>
                <a:cubicBezTo>
                  <a:pt x="563457" y="1927728"/>
                  <a:pt x="584183" y="1920061"/>
                  <a:pt x="604895" y="1920068"/>
                </a:cubicBezTo>
                <a:close/>
                <a:moveTo>
                  <a:pt x="1932875" y="1909140"/>
                </a:moveTo>
                <a:cubicBezTo>
                  <a:pt x="1951241" y="1953457"/>
                  <a:pt x="1956184" y="1997942"/>
                  <a:pt x="1947983" y="2042765"/>
                </a:cubicBezTo>
                <a:cubicBezTo>
                  <a:pt x="1983989" y="2038327"/>
                  <a:pt x="2016566" y="2034340"/>
                  <a:pt x="2048021" y="2030464"/>
                </a:cubicBezTo>
                <a:cubicBezTo>
                  <a:pt x="2050268" y="1997380"/>
                  <a:pt x="2052513" y="1964465"/>
                  <a:pt x="2054929" y="1929360"/>
                </a:cubicBezTo>
                <a:cubicBezTo>
                  <a:pt x="2013420" y="1933460"/>
                  <a:pt x="1972923" y="1925654"/>
                  <a:pt x="1932875" y="1909140"/>
                </a:cubicBezTo>
                <a:close/>
                <a:moveTo>
                  <a:pt x="1176622" y="1846271"/>
                </a:moveTo>
                <a:cubicBezTo>
                  <a:pt x="1216095" y="1846524"/>
                  <a:pt x="1255539" y="1861844"/>
                  <a:pt x="1285757" y="1892175"/>
                </a:cubicBezTo>
                <a:cubicBezTo>
                  <a:pt x="1346475" y="1953173"/>
                  <a:pt x="1346475" y="2049221"/>
                  <a:pt x="1285757" y="2110165"/>
                </a:cubicBezTo>
                <a:cubicBezTo>
                  <a:pt x="1225375" y="2170884"/>
                  <a:pt x="1128036" y="2171501"/>
                  <a:pt x="1067373" y="2111626"/>
                </a:cubicBezTo>
                <a:cubicBezTo>
                  <a:pt x="1006150" y="2051188"/>
                  <a:pt x="1006150" y="1951152"/>
                  <a:pt x="1067318" y="1890770"/>
                </a:cubicBezTo>
                <a:cubicBezTo>
                  <a:pt x="1097648" y="1860832"/>
                  <a:pt x="1137150" y="1846018"/>
                  <a:pt x="1176622" y="1846271"/>
                </a:cubicBezTo>
                <a:close/>
                <a:moveTo>
                  <a:pt x="319917" y="1690312"/>
                </a:moveTo>
                <a:cubicBezTo>
                  <a:pt x="326368" y="1690291"/>
                  <a:pt x="332828" y="1692776"/>
                  <a:pt x="337575" y="1697776"/>
                </a:cubicBezTo>
                <a:cubicBezTo>
                  <a:pt x="346337" y="1707043"/>
                  <a:pt x="346449" y="1721591"/>
                  <a:pt x="337744" y="1730914"/>
                </a:cubicBezTo>
                <a:cubicBezTo>
                  <a:pt x="328362" y="1740968"/>
                  <a:pt x="312018" y="1741138"/>
                  <a:pt x="302526" y="1731251"/>
                </a:cubicBezTo>
                <a:cubicBezTo>
                  <a:pt x="293875" y="1722208"/>
                  <a:pt x="293762" y="1706987"/>
                  <a:pt x="302300" y="1697888"/>
                </a:cubicBezTo>
                <a:cubicBezTo>
                  <a:pt x="307018" y="1692860"/>
                  <a:pt x="313464" y="1690333"/>
                  <a:pt x="319917" y="1690312"/>
                </a:cubicBezTo>
                <a:close/>
                <a:moveTo>
                  <a:pt x="2238151" y="1637169"/>
                </a:moveTo>
                <a:cubicBezTo>
                  <a:pt x="2242476" y="1669917"/>
                  <a:pt x="2246856" y="1703395"/>
                  <a:pt x="2251351" y="1737656"/>
                </a:cubicBezTo>
                <a:cubicBezTo>
                  <a:pt x="2275616" y="1734961"/>
                  <a:pt x="2301622" y="1732039"/>
                  <a:pt x="2327403" y="1729175"/>
                </a:cubicBezTo>
                <a:cubicBezTo>
                  <a:pt x="2329762" y="1701764"/>
                  <a:pt x="2331952" y="1675758"/>
                  <a:pt x="2334031" y="1651494"/>
                </a:cubicBezTo>
                <a:cubicBezTo>
                  <a:pt x="2300106" y="1646439"/>
                  <a:pt x="2268426" y="1641721"/>
                  <a:pt x="2238151" y="1637169"/>
                </a:cubicBezTo>
                <a:close/>
                <a:moveTo>
                  <a:pt x="890450" y="1611697"/>
                </a:moveTo>
                <a:cubicBezTo>
                  <a:pt x="916786" y="1612174"/>
                  <a:pt x="943045" y="1622763"/>
                  <a:pt x="963124" y="1643348"/>
                </a:cubicBezTo>
                <a:cubicBezTo>
                  <a:pt x="1003342" y="1684576"/>
                  <a:pt x="1001993" y="1748215"/>
                  <a:pt x="960092" y="1788600"/>
                </a:cubicBezTo>
                <a:cubicBezTo>
                  <a:pt x="919931" y="1827301"/>
                  <a:pt x="855505" y="1826683"/>
                  <a:pt x="816301" y="1787141"/>
                </a:cubicBezTo>
                <a:cubicBezTo>
                  <a:pt x="776756" y="1747317"/>
                  <a:pt x="777263" y="1679745"/>
                  <a:pt x="817310" y="1640709"/>
                </a:cubicBezTo>
                <a:cubicBezTo>
                  <a:pt x="837699" y="1620852"/>
                  <a:pt x="864113" y="1611219"/>
                  <a:pt x="890450" y="1611697"/>
                </a:cubicBezTo>
                <a:close/>
                <a:moveTo>
                  <a:pt x="1462196" y="1547052"/>
                </a:moveTo>
                <a:cubicBezTo>
                  <a:pt x="1505193" y="1547340"/>
                  <a:pt x="1548092" y="1564204"/>
                  <a:pt x="1581146" y="1597570"/>
                </a:cubicBezTo>
                <a:cubicBezTo>
                  <a:pt x="1647707" y="1664804"/>
                  <a:pt x="1646696" y="1772536"/>
                  <a:pt x="1578844" y="1838421"/>
                </a:cubicBezTo>
                <a:cubicBezTo>
                  <a:pt x="1512340" y="1902959"/>
                  <a:pt x="1404665" y="1901330"/>
                  <a:pt x="1339677" y="1834826"/>
                </a:cubicBezTo>
                <a:cubicBezTo>
                  <a:pt x="1274635" y="1768267"/>
                  <a:pt x="1275928" y="1661602"/>
                  <a:pt x="1342655" y="1595997"/>
                </a:cubicBezTo>
                <a:cubicBezTo>
                  <a:pt x="1376104" y="1563053"/>
                  <a:pt x="1419199" y="1546764"/>
                  <a:pt x="1462196" y="1547052"/>
                </a:cubicBezTo>
                <a:close/>
                <a:moveTo>
                  <a:pt x="604102" y="1384880"/>
                </a:moveTo>
                <a:cubicBezTo>
                  <a:pt x="615133" y="1384691"/>
                  <a:pt x="626226" y="1388678"/>
                  <a:pt x="635100" y="1396880"/>
                </a:cubicBezTo>
                <a:cubicBezTo>
                  <a:pt x="653524" y="1413898"/>
                  <a:pt x="654647" y="1442769"/>
                  <a:pt x="637628" y="1460855"/>
                </a:cubicBezTo>
                <a:cubicBezTo>
                  <a:pt x="620945" y="1478548"/>
                  <a:pt x="590727" y="1479053"/>
                  <a:pt x="573258" y="1461921"/>
                </a:cubicBezTo>
                <a:cubicBezTo>
                  <a:pt x="555566" y="1444679"/>
                  <a:pt x="555677" y="1415527"/>
                  <a:pt x="573483" y="1397947"/>
                </a:cubicBezTo>
                <a:cubicBezTo>
                  <a:pt x="582105" y="1389436"/>
                  <a:pt x="593072" y="1385070"/>
                  <a:pt x="604102" y="1384880"/>
                </a:cubicBezTo>
                <a:close/>
                <a:moveTo>
                  <a:pt x="2523488" y="1346891"/>
                </a:moveTo>
                <a:cubicBezTo>
                  <a:pt x="2528655" y="1379131"/>
                  <a:pt x="2534104" y="1413115"/>
                  <a:pt x="2539496" y="1446589"/>
                </a:cubicBezTo>
                <a:cubicBezTo>
                  <a:pt x="2566569" y="1444343"/>
                  <a:pt x="2593754" y="1442096"/>
                  <a:pt x="2620941" y="1439793"/>
                </a:cubicBezTo>
                <a:cubicBezTo>
                  <a:pt x="2623917" y="1412496"/>
                  <a:pt x="2626950" y="1385422"/>
                  <a:pt x="2629646" y="1360989"/>
                </a:cubicBezTo>
                <a:cubicBezTo>
                  <a:pt x="2593418" y="1356158"/>
                  <a:pt x="2558088" y="1351496"/>
                  <a:pt x="2523488" y="1346891"/>
                </a:cubicBezTo>
                <a:close/>
                <a:moveTo>
                  <a:pt x="1174192" y="1311314"/>
                </a:moveTo>
                <a:cubicBezTo>
                  <a:pt x="1204313" y="1311279"/>
                  <a:pt x="1234446" y="1322765"/>
                  <a:pt x="1257616" y="1345768"/>
                </a:cubicBezTo>
                <a:cubicBezTo>
                  <a:pt x="1303955" y="1391770"/>
                  <a:pt x="1304517" y="1466192"/>
                  <a:pt x="1258909" y="1512643"/>
                </a:cubicBezTo>
                <a:cubicBezTo>
                  <a:pt x="1213298" y="1559039"/>
                  <a:pt x="1138483" y="1560050"/>
                  <a:pt x="1091976" y="1514834"/>
                </a:cubicBezTo>
                <a:cubicBezTo>
                  <a:pt x="1044288" y="1468495"/>
                  <a:pt x="1043782" y="1392949"/>
                  <a:pt x="1090851" y="1345992"/>
                </a:cubicBezTo>
                <a:cubicBezTo>
                  <a:pt x="1113966" y="1322905"/>
                  <a:pt x="1144071" y="1311350"/>
                  <a:pt x="1174192" y="1311314"/>
                </a:cubicBezTo>
                <a:close/>
                <a:moveTo>
                  <a:pt x="1748846" y="1252862"/>
                </a:moveTo>
                <a:cubicBezTo>
                  <a:pt x="1794728" y="1253101"/>
                  <a:pt x="1840478" y="1270611"/>
                  <a:pt x="1874404" y="1305324"/>
                </a:cubicBezTo>
                <a:cubicBezTo>
                  <a:pt x="1942254" y="1374806"/>
                  <a:pt x="1941413" y="1485794"/>
                  <a:pt x="1872493" y="1554600"/>
                </a:cubicBezTo>
                <a:cubicBezTo>
                  <a:pt x="1802394" y="1624587"/>
                  <a:pt x="1691630" y="1624025"/>
                  <a:pt x="1621813" y="1553309"/>
                </a:cubicBezTo>
                <a:cubicBezTo>
                  <a:pt x="1553624" y="1484276"/>
                  <a:pt x="1553905" y="1372446"/>
                  <a:pt x="1622487" y="1304032"/>
                </a:cubicBezTo>
                <a:cubicBezTo>
                  <a:pt x="1656946" y="1269656"/>
                  <a:pt x="1702963" y="1252624"/>
                  <a:pt x="1748846" y="1252862"/>
                </a:cubicBezTo>
                <a:close/>
                <a:moveTo>
                  <a:pt x="3426960" y="1093907"/>
                </a:moveTo>
                <a:cubicBezTo>
                  <a:pt x="3428701" y="1111937"/>
                  <a:pt x="3430274" y="1127721"/>
                  <a:pt x="3431903" y="1144514"/>
                </a:cubicBezTo>
                <a:cubicBezTo>
                  <a:pt x="3441114" y="1144010"/>
                  <a:pt x="3448472" y="1143561"/>
                  <a:pt x="3458695" y="1143056"/>
                </a:cubicBezTo>
                <a:cubicBezTo>
                  <a:pt x="3460044" y="1125361"/>
                  <a:pt x="3461223" y="1110701"/>
                  <a:pt x="3462458" y="1094750"/>
                </a:cubicBezTo>
                <a:cubicBezTo>
                  <a:pt x="3448810" y="1094412"/>
                  <a:pt x="3438812" y="1094188"/>
                  <a:pt x="3426960" y="1093907"/>
                </a:cubicBezTo>
                <a:close/>
                <a:moveTo>
                  <a:pt x="891038" y="1084413"/>
                </a:moveTo>
                <a:cubicBezTo>
                  <a:pt x="906450" y="1084273"/>
                  <a:pt x="921925" y="1090086"/>
                  <a:pt x="933467" y="1101883"/>
                </a:cubicBezTo>
                <a:cubicBezTo>
                  <a:pt x="955879" y="1124854"/>
                  <a:pt x="955711" y="1161477"/>
                  <a:pt x="933074" y="1184281"/>
                </a:cubicBezTo>
                <a:cubicBezTo>
                  <a:pt x="910550" y="1206975"/>
                  <a:pt x="873761" y="1207310"/>
                  <a:pt x="850844" y="1185011"/>
                </a:cubicBezTo>
                <a:cubicBezTo>
                  <a:pt x="827758" y="1162601"/>
                  <a:pt x="826973" y="1126091"/>
                  <a:pt x="848989" y="1102668"/>
                </a:cubicBezTo>
                <a:cubicBezTo>
                  <a:pt x="860279" y="1090648"/>
                  <a:pt x="875628" y="1084553"/>
                  <a:pt x="891038" y="1084413"/>
                </a:cubicBezTo>
                <a:close/>
                <a:moveTo>
                  <a:pt x="2803039" y="1048017"/>
                </a:moveTo>
                <a:cubicBezTo>
                  <a:pt x="2809667" y="1086605"/>
                  <a:pt x="2816632" y="1127102"/>
                  <a:pt x="2823540" y="1167713"/>
                </a:cubicBezTo>
                <a:cubicBezTo>
                  <a:pt x="2853423" y="1165297"/>
                  <a:pt x="2886056" y="1162658"/>
                  <a:pt x="2917454" y="1160130"/>
                </a:cubicBezTo>
                <a:cubicBezTo>
                  <a:pt x="2921835" y="1127102"/>
                  <a:pt x="2926160" y="1094806"/>
                  <a:pt x="2929642" y="1068576"/>
                </a:cubicBezTo>
                <a:cubicBezTo>
                  <a:pt x="2908580" y="1066666"/>
                  <a:pt x="2886730" y="1065992"/>
                  <a:pt x="2865330" y="1062452"/>
                </a:cubicBezTo>
                <a:cubicBezTo>
                  <a:pt x="2843255" y="1058802"/>
                  <a:pt x="2821575" y="1052399"/>
                  <a:pt x="2803039" y="1048017"/>
                </a:cubicBezTo>
                <a:close/>
                <a:moveTo>
                  <a:pt x="1461536" y="1014560"/>
                </a:moveTo>
                <a:cubicBezTo>
                  <a:pt x="1494198" y="1014680"/>
                  <a:pt x="1526832" y="1027542"/>
                  <a:pt x="1552164" y="1053128"/>
                </a:cubicBezTo>
                <a:cubicBezTo>
                  <a:pt x="1601423" y="1102893"/>
                  <a:pt x="1601817" y="1183102"/>
                  <a:pt x="1553062" y="1233148"/>
                </a:cubicBezTo>
                <a:cubicBezTo>
                  <a:pt x="1504195" y="1283250"/>
                  <a:pt x="1420562" y="1283869"/>
                  <a:pt x="1370458" y="1234497"/>
                </a:cubicBezTo>
                <a:cubicBezTo>
                  <a:pt x="1320188" y="1184899"/>
                  <a:pt x="1320300" y="1102725"/>
                  <a:pt x="1370740" y="1052454"/>
                </a:cubicBezTo>
                <a:cubicBezTo>
                  <a:pt x="1396184" y="1027064"/>
                  <a:pt x="1428874" y="1014441"/>
                  <a:pt x="1461536" y="1014560"/>
                </a:cubicBezTo>
                <a:close/>
                <a:moveTo>
                  <a:pt x="4274543" y="790147"/>
                </a:moveTo>
                <a:cubicBezTo>
                  <a:pt x="4277689" y="811547"/>
                  <a:pt x="4280947" y="833789"/>
                  <a:pt x="4283588" y="851932"/>
                </a:cubicBezTo>
                <a:cubicBezTo>
                  <a:pt x="4307178" y="853280"/>
                  <a:pt x="4327735" y="854515"/>
                  <a:pt x="4348855" y="855751"/>
                </a:cubicBezTo>
                <a:cubicBezTo>
                  <a:pt x="4352057" y="833339"/>
                  <a:pt x="4355370" y="810310"/>
                  <a:pt x="4357786" y="793292"/>
                </a:cubicBezTo>
                <a:cubicBezTo>
                  <a:pt x="4329532" y="792224"/>
                  <a:pt x="4302067" y="791157"/>
                  <a:pt x="4274543" y="790147"/>
                </a:cubicBezTo>
                <a:close/>
                <a:moveTo>
                  <a:pt x="1177429" y="790034"/>
                </a:moveTo>
                <a:cubicBezTo>
                  <a:pt x="1195087" y="790104"/>
                  <a:pt x="1212626" y="796886"/>
                  <a:pt x="1225600" y="810368"/>
                </a:cubicBezTo>
                <a:cubicBezTo>
                  <a:pt x="1250707" y="836429"/>
                  <a:pt x="1250707" y="879735"/>
                  <a:pt x="1225714" y="905910"/>
                </a:cubicBezTo>
                <a:cubicBezTo>
                  <a:pt x="1199875" y="932983"/>
                  <a:pt x="1155615" y="933263"/>
                  <a:pt x="1128653" y="906528"/>
                </a:cubicBezTo>
                <a:cubicBezTo>
                  <a:pt x="1101187" y="879342"/>
                  <a:pt x="1101131" y="837215"/>
                  <a:pt x="1128541" y="809974"/>
                </a:cubicBezTo>
                <a:cubicBezTo>
                  <a:pt x="1141993" y="796605"/>
                  <a:pt x="1159771" y="789963"/>
                  <a:pt x="1177429" y="790034"/>
                </a:cubicBezTo>
                <a:close/>
                <a:moveTo>
                  <a:pt x="4951938" y="777788"/>
                </a:moveTo>
                <a:cubicBezTo>
                  <a:pt x="4914473" y="779081"/>
                  <a:pt x="4878188" y="780317"/>
                  <a:pt x="4842016" y="781552"/>
                </a:cubicBezTo>
                <a:cubicBezTo>
                  <a:pt x="4845947" y="806378"/>
                  <a:pt x="4850103" y="832329"/>
                  <a:pt x="4854316" y="858953"/>
                </a:cubicBezTo>
                <a:cubicBezTo>
                  <a:pt x="4881727" y="859908"/>
                  <a:pt x="4908912" y="860750"/>
                  <a:pt x="4937784" y="861649"/>
                </a:cubicBezTo>
                <a:cubicBezTo>
                  <a:pt x="4942782" y="831936"/>
                  <a:pt x="4947612" y="803627"/>
                  <a:pt x="4951938" y="777788"/>
                </a:cubicBezTo>
                <a:close/>
                <a:moveTo>
                  <a:pt x="3681796" y="776609"/>
                </a:moveTo>
                <a:cubicBezTo>
                  <a:pt x="3686739" y="803570"/>
                  <a:pt x="3691962" y="832104"/>
                  <a:pt x="3697299" y="861368"/>
                </a:cubicBezTo>
                <a:cubicBezTo>
                  <a:pt x="3724260" y="860638"/>
                  <a:pt x="3751277" y="859908"/>
                  <a:pt x="3778688" y="859177"/>
                </a:cubicBezTo>
                <a:cubicBezTo>
                  <a:pt x="3782788" y="832610"/>
                  <a:pt x="3786832" y="806716"/>
                  <a:pt x="3790539" y="782732"/>
                </a:cubicBezTo>
                <a:cubicBezTo>
                  <a:pt x="3753636" y="780654"/>
                  <a:pt x="3717576" y="778632"/>
                  <a:pt x="3681796" y="776609"/>
                </a:cubicBezTo>
                <a:close/>
                <a:moveTo>
                  <a:pt x="1744935" y="726787"/>
                </a:moveTo>
                <a:cubicBezTo>
                  <a:pt x="1778383" y="726759"/>
                  <a:pt x="1811888" y="739397"/>
                  <a:pt x="1837501" y="764701"/>
                </a:cubicBezTo>
                <a:cubicBezTo>
                  <a:pt x="1890355" y="816937"/>
                  <a:pt x="1890691" y="898550"/>
                  <a:pt x="1838230" y="950956"/>
                </a:cubicBezTo>
                <a:cubicBezTo>
                  <a:pt x="1787173" y="1002014"/>
                  <a:pt x="1704831" y="1002631"/>
                  <a:pt x="1653436" y="952304"/>
                </a:cubicBezTo>
                <a:cubicBezTo>
                  <a:pt x="1601817" y="901752"/>
                  <a:pt x="1601480" y="816040"/>
                  <a:pt x="1652706" y="764870"/>
                </a:cubicBezTo>
                <a:cubicBezTo>
                  <a:pt x="1678094" y="739509"/>
                  <a:pt x="1711486" y="726815"/>
                  <a:pt x="1744935" y="726787"/>
                </a:cubicBezTo>
                <a:close/>
                <a:moveTo>
                  <a:pt x="2319498" y="681311"/>
                </a:moveTo>
                <a:cubicBezTo>
                  <a:pt x="2364980" y="681627"/>
                  <a:pt x="2410476" y="699377"/>
                  <a:pt x="2445189" y="734482"/>
                </a:cubicBezTo>
                <a:cubicBezTo>
                  <a:pt x="2513883" y="803963"/>
                  <a:pt x="2513321" y="913829"/>
                  <a:pt x="2444010" y="983196"/>
                </a:cubicBezTo>
                <a:cubicBezTo>
                  <a:pt x="2375202" y="1052005"/>
                  <a:pt x="2264044" y="1052623"/>
                  <a:pt x="2194733" y="984657"/>
                </a:cubicBezTo>
                <a:cubicBezTo>
                  <a:pt x="2125420" y="916637"/>
                  <a:pt x="2125028" y="801492"/>
                  <a:pt x="2193890" y="732740"/>
                </a:cubicBezTo>
                <a:cubicBezTo>
                  <a:pt x="2228546" y="698112"/>
                  <a:pt x="2274015" y="680996"/>
                  <a:pt x="2319498" y="681311"/>
                </a:cubicBezTo>
                <a:close/>
                <a:moveTo>
                  <a:pt x="1460489" y="500893"/>
                </a:moveTo>
                <a:cubicBezTo>
                  <a:pt x="1479060" y="500739"/>
                  <a:pt x="1497680" y="507648"/>
                  <a:pt x="1511947" y="521662"/>
                </a:cubicBezTo>
                <a:cubicBezTo>
                  <a:pt x="1540537" y="549689"/>
                  <a:pt x="1540874" y="595467"/>
                  <a:pt x="1512677" y="624169"/>
                </a:cubicBezTo>
                <a:cubicBezTo>
                  <a:pt x="1484368" y="653039"/>
                  <a:pt x="1439096" y="653433"/>
                  <a:pt x="1410338" y="625012"/>
                </a:cubicBezTo>
                <a:cubicBezTo>
                  <a:pt x="1381692" y="596702"/>
                  <a:pt x="1381244" y="550926"/>
                  <a:pt x="1409328" y="522504"/>
                </a:cubicBezTo>
                <a:cubicBezTo>
                  <a:pt x="1423398" y="508265"/>
                  <a:pt x="1441919" y="501047"/>
                  <a:pt x="1460489" y="500893"/>
                </a:cubicBezTo>
                <a:close/>
                <a:moveTo>
                  <a:pt x="2033480" y="443221"/>
                </a:moveTo>
                <a:cubicBezTo>
                  <a:pt x="2066078" y="443291"/>
                  <a:pt x="2098628" y="455606"/>
                  <a:pt x="2123342" y="480152"/>
                </a:cubicBezTo>
                <a:cubicBezTo>
                  <a:pt x="2173164" y="529637"/>
                  <a:pt x="2173164" y="613272"/>
                  <a:pt x="2123399" y="662756"/>
                </a:cubicBezTo>
                <a:cubicBezTo>
                  <a:pt x="2073183" y="712690"/>
                  <a:pt x="1991571" y="711959"/>
                  <a:pt x="1941357" y="661183"/>
                </a:cubicBezTo>
                <a:cubicBezTo>
                  <a:pt x="1890973" y="610238"/>
                  <a:pt x="1891815" y="530310"/>
                  <a:pt x="1943322" y="479759"/>
                </a:cubicBezTo>
                <a:cubicBezTo>
                  <a:pt x="1968233" y="455325"/>
                  <a:pt x="2000881" y="443151"/>
                  <a:pt x="2033480" y="443221"/>
                </a:cubicBezTo>
                <a:close/>
                <a:moveTo>
                  <a:pt x="2604728" y="404661"/>
                </a:moveTo>
                <a:cubicBezTo>
                  <a:pt x="2647606" y="404858"/>
                  <a:pt x="2690448" y="421680"/>
                  <a:pt x="2723616" y="455101"/>
                </a:cubicBezTo>
                <a:cubicBezTo>
                  <a:pt x="2789333" y="521267"/>
                  <a:pt x="2789053" y="628381"/>
                  <a:pt x="2723054" y="693649"/>
                </a:cubicBezTo>
                <a:cubicBezTo>
                  <a:pt x="2657225" y="758693"/>
                  <a:pt x="2548987" y="758187"/>
                  <a:pt x="2483945" y="692526"/>
                </a:cubicBezTo>
                <a:cubicBezTo>
                  <a:pt x="2418508" y="626471"/>
                  <a:pt x="2419239" y="519918"/>
                  <a:pt x="2485629" y="453977"/>
                </a:cubicBezTo>
                <a:cubicBezTo>
                  <a:pt x="2518938" y="420893"/>
                  <a:pt x="2561850" y="404464"/>
                  <a:pt x="2604728" y="404661"/>
                </a:cubicBezTo>
                <a:close/>
                <a:moveTo>
                  <a:pt x="1749323" y="218441"/>
                </a:moveTo>
                <a:cubicBezTo>
                  <a:pt x="1766658" y="218869"/>
                  <a:pt x="1783888" y="226157"/>
                  <a:pt x="1797283" y="240199"/>
                </a:cubicBezTo>
                <a:cubicBezTo>
                  <a:pt x="1822559" y="266712"/>
                  <a:pt x="1822167" y="309456"/>
                  <a:pt x="1796442" y="335237"/>
                </a:cubicBezTo>
                <a:cubicBezTo>
                  <a:pt x="1770322" y="361411"/>
                  <a:pt x="1724602" y="361243"/>
                  <a:pt x="1698820" y="334900"/>
                </a:cubicBezTo>
                <a:cubicBezTo>
                  <a:pt x="1672533" y="308051"/>
                  <a:pt x="1673375" y="264295"/>
                  <a:pt x="1700729" y="237840"/>
                </a:cubicBezTo>
                <a:cubicBezTo>
                  <a:pt x="1714548" y="224443"/>
                  <a:pt x="1731988" y="218012"/>
                  <a:pt x="1749323" y="218441"/>
                </a:cubicBezTo>
                <a:close/>
                <a:moveTo>
                  <a:pt x="2317419" y="168341"/>
                </a:moveTo>
                <a:cubicBezTo>
                  <a:pt x="2347539" y="168375"/>
                  <a:pt x="2377645" y="179931"/>
                  <a:pt x="2400758" y="203017"/>
                </a:cubicBezTo>
                <a:cubicBezTo>
                  <a:pt x="2447772" y="249918"/>
                  <a:pt x="2447210" y="325520"/>
                  <a:pt x="2399580" y="371860"/>
                </a:cubicBezTo>
                <a:cubicBezTo>
                  <a:pt x="2353128" y="417075"/>
                  <a:pt x="2278368" y="416064"/>
                  <a:pt x="2232704" y="369613"/>
                </a:cubicBezTo>
                <a:cubicBezTo>
                  <a:pt x="2187038" y="323217"/>
                  <a:pt x="2187655" y="248795"/>
                  <a:pt x="2233995" y="202792"/>
                </a:cubicBezTo>
                <a:cubicBezTo>
                  <a:pt x="2257164" y="179791"/>
                  <a:pt x="2287298" y="168304"/>
                  <a:pt x="2317419" y="168341"/>
                </a:cubicBezTo>
                <a:close/>
                <a:moveTo>
                  <a:pt x="2891294" y="131872"/>
                </a:moveTo>
                <a:cubicBezTo>
                  <a:pt x="2930977" y="132006"/>
                  <a:pt x="2970618" y="147101"/>
                  <a:pt x="3000584" y="177123"/>
                </a:cubicBezTo>
                <a:cubicBezTo>
                  <a:pt x="3060853" y="237505"/>
                  <a:pt x="3060740" y="334844"/>
                  <a:pt x="3000415" y="395562"/>
                </a:cubicBezTo>
                <a:cubicBezTo>
                  <a:pt x="2939697" y="456674"/>
                  <a:pt x="2843704" y="457235"/>
                  <a:pt x="2782425" y="396853"/>
                </a:cubicBezTo>
                <a:cubicBezTo>
                  <a:pt x="2720583" y="335911"/>
                  <a:pt x="2720302" y="237167"/>
                  <a:pt x="2781751" y="176393"/>
                </a:cubicBezTo>
                <a:cubicBezTo>
                  <a:pt x="2811886" y="146567"/>
                  <a:pt x="2851611" y="131739"/>
                  <a:pt x="2891294" y="131872"/>
                </a:cubicBezTo>
                <a:close/>
                <a:moveTo>
                  <a:pt x="5103362" y="127587"/>
                </a:moveTo>
                <a:lnTo>
                  <a:pt x="5103362" y="449989"/>
                </a:lnTo>
                <a:lnTo>
                  <a:pt x="5049615" y="414605"/>
                </a:lnTo>
                <a:cubicBezTo>
                  <a:pt x="4980584" y="346134"/>
                  <a:pt x="4980696" y="230990"/>
                  <a:pt x="5049840" y="162688"/>
                </a:cubicBezTo>
                <a:close/>
                <a:moveTo>
                  <a:pt x="3461075" y="109651"/>
                </a:moveTo>
                <a:cubicBezTo>
                  <a:pt x="3506256" y="109904"/>
                  <a:pt x="3551401" y="127751"/>
                  <a:pt x="3586310" y="163138"/>
                </a:cubicBezTo>
                <a:cubicBezTo>
                  <a:pt x="3654499" y="232169"/>
                  <a:pt x="3654106" y="344057"/>
                  <a:pt x="3585524" y="412414"/>
                </a:cubicBezTo>
                <a:cubicBezTo>
                  <a:pt x="3517278" y="480377"/>
                  <a:pt x="3404381" y="480657"/>
                  <a:pt x="3335630" y="413032"/>
                </a:cubicBezTo>
                <a:cubicBezTo>
                  <a:pt x="3265868" y="344450"/>
                  <a:pt x="3265868" y="231327"/>
                  <a:pt x="3335630" y="161734"/>
                </a:cubicBezTo>
                <a:cubicBezTo>
                  <a:pt x="3370679" y="126741"/>
                  <a:pt x="3415894" y="109399"/>
                  <a:pt x="3461075" y="109651"/>
                </a:cubicBezTo>
                <a:close/>
                <a:moveTo>
                  <a:pt x="4628413" y="101260"/>
                </a:moveTo>
                <a:cubicBezTo>
                  <a:pt x="4670322" y="106912"/>
                  <a:pt x="4710243" y="126627"/>
                  <a:pt x="4739956" y="159093"/>
                </a:cubicBezTo>
                <a:cubicBezTo>
                  <a:pt x="4803147" y="228068"/>
                  <a:pt x="4807920" y="330127"/>
                  <a:pt x="4750460" y="402641"/>
                </a:cubicBezTo>
                <a:cubicBezTo>
                  <a:pt x="4718275" y="443306"/>
                  <a:pt x="4675644" y="466559"/>
                  <a:pt x="4624025" y="472681"/>
                </a:cubicBezTo>
                <a:cubicBezTo>
                  <a:pt x="4572294" y="478804"/>
                  <a:pt x="4526516" y="462515"/>
                  <a:pt x="4483210" y="434095"/>
                </a:cubicBezTo>
                <a:cubicBezTo>
                  <a:pt x="4523146" y="487846"/>
                  <a:pt x="4538986" y="547105"/>
                  <a:pt x="4528313" y="614282"/>
                </a:cubicBezTo>
                <a:cubicBezTo>
                  <a:pt x="4555612" y="611979"/>
                  <a:pt x="4581617" y="607599"/>
                  <a:pt x="4607567" y="608273"/>
                </a:cubicBezTo>
                <a:cubicBezTo>
                  <a:pt x="4632956" y="608890"/>
                  <a:pt x="4658232" y="614675"/>
                  <a:pt x="4683338" y="618158"/>
                </a:cubicBezTo>
                <a:cubicBezTo>
                  <a:pt x="4659524" y="441677"/>
                  <a:pt x="4802754" y="355515"/>
                  <a:pt x="4907395" y="365008"/>
                </a:cubicBezTo>
                <a:cubicBezTo>
                  <a:pt x="5016476" y="374892"/>
                  <a:pt x="5128138" y="478916"/>
                  <a:pt x="5091010" y="636245"/>
                </a:cubicBezTo>
                <a:lnTo>
                  <a:pt x="5103362" y="634121"/>
                </a:lnTo>
                <a:lnTo>
                  <a:pt x="5103362" y="6223115"/>
                </a:lnTo>
                <a:lnTo>
                  <a:pt x="5086293" y="6220746"/>
                </a:lnTo>
                <a:cubicBezTo>
                  <a:pt x="5104659" y="6292698"/>
                  <a:pt x="5094886" y="6361673"/>
                  <a:pt x="5043043" y="6421156"/>
                </a:cubicBezTo>
                <a:cubicBezTo>
                  <a:pt x="5002714" y="6467438"/>
                  <a:pt x="4951320" y="6490749"/>
                  <a:pt x="4890096" y="6493052"/>
                </a:cubicBezTo>
                <a:cubicBezTo>
                  <a:pt x="4787026" y="6496983"/>
                  <a:pt x="4658512" y="6409135"/>
                  <a:pt x="4679408" y="6241248"/>
                </a:cubicBezTo>
                <a:cubicBezTo>
                  <a:pt x="4654244" y="6244281"/>
                  <a:pt x="4629360" y="6249336"/>
                  <a:pt x="4604422" y="6249617"/>
                </a:cubicBezTo>
                <a:cubicBezTo>
                  <a:pt x="4579932" y="6249954"/>
                  <a:pt x="4555332" y="6245460"/>
                  <a:pt x="4528594" y="6242876"/>
                </a:cubicBezTo>
                <a:cubicBezTo>
                  <a:pt x="4537638" y="6302190"/>
                  <a:pt x="4527247" y="6358753"/>
                  <a:pt x="4492759" y="6411833"/>
                </a:cubicBezTo>
                <a:cubicBezTo>
                  <a:pt x="4552635" y="6379815"/>
                  <a:pt x="4613184" y="6370490"/>
                  <a:pt x="4676038" y="6397733"/>
                </a:cubicBezTo>
                <a:cubicBezTo>
                  <a:pt x="4715860" y="6414977"/>
                  <a:pt x="4746023" y="6443230"/>
                  <a:pt x="4766470" y="6481368"/>
                </a:cubicBezTo>
                <a:cubicBezTo>
                  <a:pt x="4807135" y="6557364"/>
                  <a:pt x="4790172" y="6652121"/>
                  <a:pt x="4726252" y="6708121"/>
                </a:cubicBezTo>
                <a:cubicBezTo>
                  <a:pt x="4658062" y="6767884"/>
                  <a:pt x="4562240" y="6772771"/>
                  <a:pt x="4489388" y="6718961"/>
                </a:cubicBezTo>
                <a:cubicBezTo>
                  <a:pt x="4449397" y="6689416"/>
                  <a:pt x="4425412" y="6649032"/>
                  <a:pt x="4416987" y="6599997"/>
                </a:cubicBezTo>
                <a:cubicBezTo>
                  <a:pt x="4408618" y="6551299"/>
                  <a:pt x="4419796" y="6506082"/>
                  <a:pt x="4444622" y="6461765"/>
                </a:cubicBezTo>
                <a:cubicBezTo>
                  <a:pt x="4352281" y="6516137"/>
                  <a:pt x="4263310" y="6512093"/>
                  <a:pt x="4173160" y="6447387"/>
                </a:cubicBezTo>
                <a:cubicBezTo>
                  <a:pt x="4238203" y="6548490"/>
                  <a:pt x="4227138" y="6651447"/>
                  <a:pt x="4148333" y="6716209"/>
                </a:cubicBezTo>
                <a:cubicBezTo>
                  <a:pt x="4075034" y="6776421"/>
                  <a:pt x="3965953" y="6771142"/>
                  <a:pt x="3898327" y="6704020"/>
                </a:cubicBezTo>
                <a:cubicBezTo>
                  <a:pt x="3830137" y="6636337"/>
                  <a:pt x="3823959" y="6528774"/>
                  <a:pt x="3884003" y="6454577"/>
                </a:cubicBezTo>
                <a:cubicBezTo>
                  <a:pt x="3949328" y="6373806"/>
                  <a:pt x="4051386" y="6361841"/>
                  <a:pt x="4148727" y="6423233"/>
                </a:cubicBezTo>
                <a:cubicBezTo>
                  <a:pt x="4110700" y="6368581"/>
                  <a:pt x="4093064" y="6308987"/>
                  <a:pt x="4105926" y="6239731"/>
                </a:cubicBezTo>
                <a:cubicBezTo>
                  <a:pt x="4052173" y="6254167"/>
                  <a:pt x="4001621" y="6253661"/>
                  <a:pt x="3947811" y="6236079"/>
                </a:cubicBezTo>
                <a:cubicBezTo>
                  <a:pt x="3960786" y="6318761"/>
                  <a:pt x="3940847" y="6388522"/>
                  <a:pt x="3879679" y="6442106"/>
                </a:cubicBezTo>
                <a:cubicBezTo>
                  <a:pt x="3834688" y="6481536"/>
                  <a:pt x="3780822" y="6497713"/>
                  <a:pt x="3720778" y="6491816"/>
                </a:cubicBezTo>
                <a:cubicBezTo>
                  <a:pt x="3614562" y="6481368"/>
                  <a:pt x="3505427" y="6379591"/>
                  <a:pt x="3542554" y="6218669"/>
                </a:cubicBezTo>
                <a:cubicBezTo>
                  <a:pt x="3479757" y="6240685"/>
                  <a:pt x="3418647" y="6238328"/>
                  <a:pt x="3355064" y="6210410"/>
                </a:cubicBezTo>
                <a:cubicBezTo>
                  <a:pt x="3373712" y="6269725"/>
                  <a:pt x="3372589" y="6323198"/>
                  <a:pt x="3345572" y="6374872"/>
                </a:cubicBezTo>
                <a:cubicBezTo>
                  <a:pt x="3325913" y="6412506"/>
                  <a:pt x="3296929" y="6440253"/>
                  <a:pt x="3259072" y="6458901"/>
                </a:cubicBezTo>
                <a:cubicBezTo>
                  <a:pt x="3183468" y="6496086"/>
                  <a:pt x="3090790" y="6479627"/>
                  <a:pt x="3032937" y="6418909"/>
                </a:cubicBezTo>
                <a:cubicBezTo>
                  <a:pt x="2967388" y="6350103"/>
                  <a:pt x="2962952" y="6262592"/>
                  <a:pt x="3020580" y="6160252"/>
                </a:cubicBezTo>
                <a:cubicBezTo>
                  <a:pt x="2935259" y="6217713"/>
                  <a:pt x="2850051" y="6223554"/>
                  <a:pt x="2764900" y="6163510"/>
                </a:cubicBezTo>
                <a:cubicBezTo>
                  <a:pt x="2724290" y="6134864"/>
                  <a:pt x="2700418" y="6094310"/>
                  <a:pt x="2688623" y="6046567"/>
                </a:cubicBezTo>
                <a:cubicBezTo>
                  <a:pt x="2676828" y="5998712"/>
                  <a:pt x="2684018" y="5952316"/>
                  <a:pt x="2705080" y="5904461"/>
                </a:cubicBezTo>
                <a:cubicBezTo>
                  <a:pt x="2611054" y="5944678"/>
                  <a:pt x="2526464" y="5936926"/>
                  <a:pt x="2454344" y="5869242"/>
                </a:cubicBezTo>
                <a:cubicBezTo>
                  <a:pt x="2385930" y="5804986"/>
                  <a:pt x="2371776" y="5724385"/>
                  <a:pt x="2400478" y="5632211"/>
                </a:cubicBezTo>
                <a:cubicBezTo>
                  <a:pt x="2309653" y="5661588"/>
                  <a:pt x="2227143" y="5648332"/>
                  <a:pt x="2161538" y="5581603"/>
                </a:cubicBezTo>
                <a:cubicBezTo>
                  <a:pt x="2096830" y="5515718"/>
                  <a:pt x="2083631" y="5434161"/>
                  <a:pt x="2114806" y="5342325"/>
                </a:cubicBezTo>
                <a:cubicBezTo>
                  <a:pt x="2021452" y="5371814"/>
                  <a:pt x="1939110" y="5358614"/>
                  <a:pt x="1873617" y="5288571"/>
                </a:cubicBezTo>
                <a:cubicBezTo>
                  <a:pt x="1807843" y="5218136"/>
                  <a:pt x="1799586" y="5135175"/>
                  <a:pt x="1836209" y="5044183"/>
                </a:cubicBezTo>
                <a:cubicBezTo>
                  <a:pt x="1737183" y="5079681"/>
                  <a:pt x="1650515" y="5065695"/>
                  <a:pt x="1584966" y="4983913"/>
                </a:cubicBezTo>
                <a:cubicBezTo>
                  <a:pt x="1529977" y="4915331"/>
                  <a:pt x="1523574" y="4837145"/>
                  <a:pt x="1565363" y="4759071"/>
                </a:cubicBezTo>
                <a:cubicBezTo>
                  <a:pt x="1612545" y="4670942"/>
                  <a:pt x="1691181" y="4643251"/>
                  <a:pt x="1788296" y="4653192"/>
                </a:cubicBezTo>
                <a:cubicBezTo>
                  <a:pt x="1784814" y="4630389"/>
                  <a:pt x="1779871" y="4608313"/>
                  <a:pt x="1778412" y="4585958"/>
                </a:cubicBezTo>
                <a:cubicBezTo>
                  <a:pt x="1777007" y="4564334"/>
                  <a:pt x="1779085" y="4542540"/>
                  <a:pt x="1779703" y="4517658"/>
                </a:cubicBezTo>
                <a:cubicBezTo>
                  <a:pt x="1732746" y="4522825"/>
                  <a:pt x="1687474" y="4516141"/>
                  <a:pt x="1639787" y="4493337"/>
                </a:cubicBezTo>
                <a:cubicBezTo>
                  <a:pt x="1663546" y="4569725"/>
                  <a:pt x="1656356" y="4636005"/>
                  <a:pt x="1607995" y="4694139"/>
                </a:cubicBezTo>
                <a:cubicBezTo>
                  <a:pt x="1570644" y="4739074"/>
                  <a:pt x="1522001" y="4762441"/>
                  <a:pt x="1463586" y="4764014"/>
                </a:cubicBezTo>
                <a:cubicBezTo>
                  <a:pt x="1350855" y="4767102"/>
                  <a:pt x="1259471" y="4672851"/>
                  <a:pt x="1265143" y="4559896"/>
                </a:cubicBezTo>
                <a:cubicBezTo>
                  <a:pt x="1267276" y="4517658"/>
                  <a:pt x="1282162" y="4480081"/>
                  <a:pt x="1308392" y="4447165"/>
                </a:cubicBezTo>
                <a:cubicBezTo>
                  <a:pt x="1335409" y="4413240"/>
                  <a:pt x="1370908" y="4392064"/>
                  <a:pt x="1412696" y="4381280"/>
                </a:cubicBezTo>
                <a:cubicBezTo>
                  <a:pt x="1453307" y="4370778"/>
                  <a:pt x="1493355" y="4375439"/>
                  <a:pt x="1538122" y="4390997"/>
                </a:cubicBezTo>
                <a:cubicBezTo>
                  <a:pt x="1509026" y="4325111"/>
                  <a:pt x="1506556" y="4263158"/>
                  <a:pt x="1530033" y="4197665"/>
                </a:cubicBezTo>
                <a:cubicBezTo>
                  <a:pt x="1455273" y="4217044"/>
                  <a:pt x="1389611" y="4208393"/>
                  <a:pt x="1331758" y="4162448"/>
                </a:cubicBezTo>
                <a:cubicBezTo>
                  <a:pt x="1283847" y="4124422"/>
                  <a:pt x="1256493" y="4074487"/>
                  <a:pt x="1252505" y="4013208"/>
                </a:cubicBezTo>
                <a:cubicBezTo>
                  <a:pt x="1248012" y="3944288"/>
                  <a:pt x="1271769" y="3885367"/>
                  <a:pt x="1323726" y="3840208"/>
                </a:cubicBezTo>
                <a:cubicBezTo>
                  <a:pt x="1375513" y="3795217"/>
                  <a:pt x="1437355" y="3780894"/>
                  <a:pt x="1507847" y="3793195"/>
                </a:cubicBezTo>
                <a:cubicBezTo>
                  <a:pt x="1492120" y="3742081"/>
                  <a:pt x="1491446" y="3693327"/>
                  <a:pt x="1505600" y="3640584"/>
                </a:cubicBezTo>
                <a:cubicBezTo>
                  <a:pt x="1442074" y="3651594"/>
                  <a:pt x="1386972" y="3639013"/>
                  <a:pt x="1334678" y="3607614"/>
                </a:cubicBezTo>
                <a:cubicBezTo>
                  <a:pt x="1364393" y="3663108"/>
                  <a:pt x="1373436" y="3719334"/>
                  <a:pt x="1351922" y="3778197"/>
                </a:cubicBezTo>
                <a:cubicBezTo>
                  <a:pt x="1336645" y="3819820"/>
                  <a:pt x="1309908" y="3852172"/>
                  <a:pt x="1271490" y="3874977"/>
                </a:cubicBezTo>
                <a:cubicBezTo>
                  <a:pt x="1197291" y="3918956"/>
                  <a:pt x="1099782" y="3905476"/>
                  <a:pt x="1040975" y="3842623"/>
                </a:cubicBezTo>
                <a:cubicBezTo>
                  <a:pt x="980313" y="3777749"/>
                  <a:pt x="972168" y="3678667"/>
                  <a:pt x="1021766" y="3608400"/>
                </a:cubicBezTo>
                <a:cubicBezTo>
                  <a:pt x="1080517" y="3525215"/>
                  <a:pt x="1169264" y="3506847"/>
                  <a:pt x="1286543" y="3557904"/>
                </a:cubicBezTo>
                <a:cubicBezTo>
                  <a:pt x="1258459" y="3513587"/>
                  <a:pt x="1243967" y="3470281"/>
                  <a:pt x="1245429" y="3422821"/>
                </a:cubicBezTo>
                <a:cubicBezTo>
                  <a:pt x="1246887" y="3375135"/>
                  <a:pt x="1263291" y="3332672"/>
                  <a:pt x="1290811" y="3292794"/>
                </a:cubicBezTo>
                <a:cubicBezTo>
                  <a:pt x="1236890" y="3326383"/>
                  <a:pt x="1180272" y="3339919"/>
                  <a:pt x="1118824" y="3320597"/>
                </a:cubicBezTo>
                <a:cubicBezTo>
                  <a:pt x="1077484" y="3307623"/>
                  <a:pt x="1044007" y="3283638"/>
                  <a:pt x="1019967" y="3247298"/>
                </a:cubicBezTo>
                <a:cubicBezTo>
                  <a:pt x="969697" y="3171189"/>
                  <a:pt x="978290" y="3075534"/>
                  <a:pt x="1040975" y="3011167"/>
                </a:cubicBezTo>
                <a:cubicBezTo>
                  <a:pt x="1101355" y="2949156"/>
                  <a:pt x="1197629" y="2936630"/>
                  <a:pt x="1271883" y="2982576"/>
                </a:cubicBezTo>
                <a:cubicBezTo>
                  <a:pt x="1318615" y="3011503"/>
                  <a:pt x="1348046" y="3053572"/>
                  <a:pt x="1358382" y="3108056"/>
                </a:cubicBezTo>
                <a:cubicBezTo>
                  <a:pt x="1368661" y="3162147"/>
                  <a:pt x="1354395" y="3211296"/>
                  <a:pt x="1325693" y="3257858"/>
                </a:cubicBezTo>
                <a:cubicBezTo>
                  <a:pt x="1379782" y="3219719"/>
                  <a:pt x="1438254" y="3206071"/>
                  <a:pt x="1505824" y="3216910"/>
                </a:cubicBezTo>
                <a:cubicBezTo>
                  <a:pt x="1490827" y="3163439"/>
                  <a:pt x="1492288" y="3112831"/>
                  <a:pt x="1508633" y="3062336"/>
                </a:cubicBezTo>
                <a:cubicBezTo>
                  <a:pt x="1328725" y="3085870"/>
                  <a:pt x="1244698" y="2945729"/>
                  <a:pt x="1251719" y="2841649"/>
                </a:cubicBezTo>
                <a:cubicBezTo>
                  <a:pt x="1258852" y="2736501"/>
                  <a:pt x="1359168" y="2615685"/>
                  <a:pt x="1521777" y="2652921"/>
                </a:cubicBezTo>
                <a:cubicBezTo>
                  <a:pt x="1518519" y="2622423"/>
                  <a:pt x="1511779" y="2591699"/>
                  <a:pt x="1512902" y="2561258"/>
                </a:cubicBezTo>
                <a:cubicBezTo>
                  <a:pt x="1514026" y="2531379"/>
                  <a:pt x="1523124" y="2501776"/>
                  <a:pt x="1528854" y="2471218"/>
                </a:cubicBezTo>
                <a:cubicBezTo>
                  <a:pt x="1415393" y="2497733"/>
                  <a:pt x="1324625" y="2466051"/>
                  <a:pt x="1278119" y="2349724"/>
                </a:cubicBezTo>
                <a:cubicBezTo>
                  <a:pt x="1247450" y="2272944"/>
                  <a:pt x="1274131" y="2189253"/>
                  <a:pt x="1339959" y="2134034"/>
                </a:cubicBezTo>
                <a:cubicBezTo>
                  <a:pt x="1405282" y="2079218"/>
                  <a:pt x="1488076" y="2078038"/>
                  <a:pt x="1584011" y="2131898"/>
                </a:cubicBezTo>
                <a:cubicBezTo>
                  <a:pt x="1527000" y="2044562"/>
                  <a:pt x="1519754" y="1956827"/>
                  <a:pt x="1584854" y="1874651"/>
                </a:cubicBezTo>
                <a:cubicBezTo>
                  <a:pt x="1651133" y="1790960"/>
                  <a:pt x="1739094" y="1777424"/>
                  <a:pt x="1839972" y="1815562"/>
                </a:cubicBezTo>
                <a:cubicBezTo>
                  <a:pt x="1802002" y="1725636"/>
                  <a:pt x="1807899" y="1642113"/>
                  <a:pt x="1872943" y="1570216"/>
                </a:cubicBezTo>
                <a:cubicBezTo>
                  <a:pt x="1937705" y="1498658"/>
                  <a:pt x="2019487" y="1483605"/>
                  <a:pt x="2113400" y="1512756"/>
                </a:cubicBezTo>
                <a:cubicBezTo>
                  <a:pt x="2086720" y="1430020"/>
                  <a:pt x="2096494" y="1355035"/>
                  <a:pt x="2150134" y="1286003"/>
                </a:cubicBezTo>
                <a:cubicBezTo>
                  <a:pt x="2093404" y="1323356"/>
                  <a:pt x="2033585" y="1337286"/>
                  <a:pt x="1968823" y="1312964"/>
                </a:cubicBezTo>
                <a:cubicBezTo>
                  <a:pt x="1929056" y="1298079"/>
                  <a:pt x="1898555" y="1271568"/>
                  <a:pt x="1877268" y="1234947"/>
                </a:cubicBezTo>
                <a:cubicBezTo>
                  <a:pt x="1833681" y="1159794"/>
                  <a:pt x="1849014" y="1068969"/>
                  <a:pt x="1915069" y="1009317"/>
                </a:cubicBezTo>
                <a:cubicBezTo>
                  <a:pt x="1977753" y="952698"/>
                  <a:pt x="2072454" y="949890"/>
                  <a:pt x="2143788" y="1003700"/>
                </a:cubicBezTo>
                <a:cubicBezTo>
                  <a:pt x="2183780" y="1033919"/>
                  <a:pt x="2205405" y="1075483"/>
                  <a:pt x="2211358" y="1124969"/>
                </a:cubicBezTo>
                <a:cubicBezTo>
                  <a:pt x="2217312" y="1174397"/>
                  <a:pt x="2202371" y="1218602"/>
                  <a:pt x="2174624" y="1260502"/>
                </a:cubicBezTo>
                <a:cubicBezTo>
                  <a:pt x="2244555" y="1208997"/>
                  <a:pt x="2319596" y="1197933"/>
                  <a:pt x="2404522" y="1227813"/>
                </a:cubicBezTo>
                <a:cubicBezTo>
                  <a:pt x="2374528" y="1134742"/>
                  <a:pt x="2387278" y="1052343"/>
                  <a:pt x="2457096" y="986849"/>
                </a:cubicBezTo>
                <a:cubicBezTo>
                  <a:pt x="2527419" y="920906"/>
                  <a:pt x="2610381" y="912707"/>
                  <a:pt x="2701992" y="949608"/>
                </a:cubicBezTo>
                <a:cubicBezTo>
                  <a:pt x="2663629" y="844855"/>
                  <a:pt x="2682108" y="755265"/>
                  <a:pt x="2771415" y="690109"/>
                </a:cubicBezTo>
                <a:cubicBezTo>
                  <a:pt x="2838369" y="641187"/>
                  <a:pt x="2913691" y="637986"/>
                  <a:pt x="2987160" y="677978"/>
                </a:cubicBezTo>
                <a:cubicBezTo>
                  <a:pt x="3074839" y="725721"/>
                  <a:pt x="3102642" y="804132"/>
                  <a:pt x="3092420" y="900855"/>
                </a:cubicBezTo>
                <a:cubicBezTo>
                  <a:pt x="3115280" y="897259"/>
                  <a:pt x="3137242" y="892148"/>
                  <a:pt x="3159428" y="890689"/>
                </a:cubicBezTo>
                <a:cubicBezTo>
                  <a:pt x="3181054" y="889284"/>
                  <a:pt x="3202960" y="891531"/>
                  <a:pt x="3227842" y="892260"/>
                </a:cubicBezTo>
                <a:cubicBezTo>
                  <a:pt x="3222898" y="844743"/>
                  <a:pt x="3229696" y="798684"/>
                  <a:pt x="3253006" y="750829"/>
                </a:cubicBezTo>
                <a:cubicBezTo>
                  <a:pt x="3192680" y="771723"/>
                  <a:pt x="3137804" y="770768"/>
                  <a:pt x="3085286" y="743077"/>
                </a:cubicBezTo>
                <a:cubicBezTo>
                  <a:pt x="3048102" y="723474"/>
                  <a:pt x="3019906" y="694379"/>
                  <a:pt x="3001426" y="656296"/>
                </a:cubicBezTo>
                <a:cubicBezTo>
                  <a:pt x="2963288" y="577772"/>
                  <a:pt x="2981150" y="487454"/>
                  <a:pt x="3046811" y="426961"/>
                </a:cubicBezTo>
                <a:cubicBezTo>
                  <a:pt x="3107809" y="370681"/>
                  <a:pt x="3202678" y="361356"/>
                  <a:pt x="3275080" y="404606"/>
                </a:cubicBezTo>
                <a:cubicBezTo>
                  <a:pt x="3356018" y="452910"/>
                  <a:pt x="3383934" y="535142"/>
                  <a:pt x="3357423" y="644782"/>
                </a:cubicBezTo>
                <a:cubicBezTo>
                  <a:pt x="3388090" y="638716"/>
                  <a:pt x="3419208" y="628718"/>
                  <a:pt x="3450607" y="627370"/>
                </a:cubicBezTo>
                <a:cubicBezTo>
                  <a:pt x="3482230" y="626021"/>
                  <a:pt x="3514190" y="633323"/>
                  <a:pt x="3546768" y="636919"/>
                </a:cubicBezTo>
                <a:cubicBezTo>
                  <a:pt x="3524018" y="538454"/>
                  <a:pt x="3548620" y="454316"/>
                  <a:pt x="3636525" y="397416"/>
                </a:cubicBezTo>
                <a:cubicBezTo>
                  <a:pt x="3706286" y="352313"/>
                  <a:pt x="3781552" y="351751"/>
                  <a:pt x="3852998" y="394159"/>
                </a:cubicBezTo>
                <a:cubicBezTo>
                  <a:pt x="3936914" y="443980"/>
                  <a:pt x="3964942" y="521829"/>
                  <a:pt x="3952922" y="616754"/>
                </a:cubicBezTo>
                <a:cubicBezTo>
                  <a:pt x="3978536" y="613664"/>
                  <a:pt x="4003754" y="608609"/>
                  <a:pt x="4029030" y="608217"/>
                </a:cubicBezTo>
                <a:cubicBezTo>
                  <a:pt x="4053408" y="607823"/>
                  <a:pt x="4077842" y="612205"/>
                  <a:pt x="4105027" y="614731"/>
                </a:cubicBezTo>
                <a:cubicBezTo>
                  <a:pt x="4094693" y="552554"/>
                  <a:pt x="4108004" y="495710"/>
                  <a:pt x="4143166" y="442576"/>
                </a:cubicBezTo>
                <a:cubicBezTo>
                  <a:pt x="4097838" y="469649"/>
                  <a:pt x="4050038" y="482792"/>
                  <a:pt x="3997969" y="472625"/>
                </a:cubicBezTo>
                <a:cubicBezTo>
                  <a:pt x="3945003" y="462291"/>
                  <a:pt x="3903156" y="434825"/>
                  <a:pt x="3874118" y="388767"/>
                </a:cubicBezTo>
                <a:cubicBezTo>
                  <a:pt x="3826319" y="312883"/>
                  <a:pt x="3838114" y="215991"/>
                  <a:pt x="3902820" y="153532"/>
                </a:cubicBezTo>
                <a:cubicBezTo>
                  <a:pt x="3965616" y="92926"/>
                  <a:pt x="4066551" y="84277"/>
                  <a:pt x="4136930" y="133985"/>
                </a:cubicBezTo>
                <a:cubicBezTo>
                  <a:pt x="4180068" y="164430"/>
                  <a:pt x="4207422" y="205431"/>
                  <a:pt x="4216409" y="257894"/>
                </a:cubicBezTo>
                <a:cubicBezTo>
                  <a:pt x="4225172" y="308951"/>
                  <a:pt x="4212140" y="355459"/>
                  <a:pt x="4183382" y="401012"/>
                </a:cubicBezTo>
                <a:cubicBezTo>
                  <a:pt x="4297574" y="342652"/>
                  <a:pt x="4370705" y="345123"/>
                  <a:pt x="4456699" y="407976"/>
                </a:cubicBezTo>
                <a:cubicBezTo>
                  <a:pt x="4426368" y="361806"/>
                  <a:pt x="4409405" y="312433"/>
                  <a:pt x="4418842" y="256714"/>
                </a:cubicBezTo>
                <a:cubicBezTo>
                  <a:pt x="4428333" y="200882"/>
                  <a:pt x="4457598" y="157745"/>
                  <a:pt x="4504948" y="127807"/>
                </a:cubicBezTo>
                <a:cubicBezTo>
                  <a:pt x="4542609" y="104020"/>
                  <a:pt x="4586504" y="95608"/>
                  <a:pt x="4628413" y="101260"/>
                </a:cubicBezTo>
                <a:close/>
                <a:moveTo>
                  <a:pt x="2501704" y="2"/>
                </a:moveTo>
                <a:lnTo>
                  <a:pt x="2706755" y="2"/>
                </a:lnTo>
                <a:lnTo>
                  <a:pt x="2698853" y="38742"/>
                </a:lnTo>
                <a:cubicBezTo>
                  <a:pt x="2693692" y="51156"/>
                  <a:pt x="2686011" y="62792"/>
                  <a:pt x="2675816" y="72875"/>
                </a:cubicBezTo>
                <a:cubicBezTo>
                  <a:pt x="2634813" y="113429"/>
                  <a:pt x="2571175" y="112698"/>
                  <a:pt x="2530564" y="71248"/>
                </a:cubicBezTo>
                <a:cubicBezTo>
                  <a:pt x="2520594" y="61053"/>
                  <a:pt x="2513177" y="49268"/>
                  <a:pt x="2508299" y="36719"/>
                </a:cubicBezTo>
                <a:close/>
                <a:moveTo>
                  <a:pt x="1974488" y="2"/>
                </a:moveTo>
                <a:lnTo>
                  <a:pt x="2090821" y="2"/>
                </a:lnTo>
                <a:lnTo>
                  <a:pt x="2091095" y="1339"/>
                </a:lnTo>
                <a:cubicBezTo>
                  <a:pt x="2091270" y="16216"/>
                  <a:pt x="2085822" y="31143"/>
                  <a:pt x="2074700" y="42602"/>
                </a:cubicBezTo>
                <a:cubicBezTo>
                  <a:pt x="2052289" y="65743"/>
                  <a:pt x="2015835" y="66641"/>
                  <a:pt x="1992358" y="44679"/>
                </a:cubicBezTo>
                <a:cubicBezTo>
                  <a:pt x="1980309" y="33417"/>
                  <a:pt x="1974172" y="18097"/>
                  <a:pt x="1973990" y="2693"/>
                </a:cubicBezTo>
                <a:close/>
                <a:moveTo>
                  <a:pt x="4736352" y="1"/>
                </a:moveTo>
                <a:lnTo>
                  <a:pt x="5038835" y="1"/>
                </a:lnTo>
                <a:lnTo>
                  <a:pt x="5039434" y="3283"/>
                </a:lnTo>
                <a:cubicBezTo>
                  <a:pt x="5039125" y="42067"/>
                  <a:pt x="5024310" y="80711"/>
                  <a:pt x="4995074" y="109778"/>
                </a:cubicBezTo>
                <a:cubicBezTo>
                  <a:pt x="4935424" y="169036"/>
                  <a:pt x="4839207" y="168025"/>
                  <a:pt x="4779780" y="107531"/>
                </a:cubicBezTo>
                <a:cubicBezTo>
                  <a:pt x="4764924" y="92393"/>
                  <a:pt x="4753886" y="75125"/>
                  <a:pt x="4746649" y="56807"/>
                </a:cubicBezTo>
                <a:close/>
                <a:moveTo>
                  <a:pt x="3041585" y="1"/>
                </a:moveTo>
                <a:lnTo>
                  <a:pt x="3309631" y="1"/>
                </a:lnTo>
                <a:lnTo>
                  <a:pt x="3309975" y="1786"/>
                </a:lnTo>
                <a:cubicBezTo>
                  <a:pt x="3310031" y="36309"/>
                  <a:pt x="3297154" y="70852"/>
                  <a:pt x="3271316" y="96915"/>
                </a:cubicBezTo>
                <a:cubicBezTo>
                  <a:pt x="3219248" y="149433"/>
                  <a:pt x="3134546" y="149769"/>
                  <a:pt x="3081691" y="97646"/>
                </a:cubicBezTo>
                <a:cubicBezTo>
                  <a:pt x="3054983" y="71331"/>
                  <a:pt x="3041376" y="37391"/>
                  <a:pt x="3040962" y="3367"/>
                </a:cubicBezTo>
                <a:close/>
                <a:moveTo>
                  <a:pt x="4161499" y="0"/>
                </a:moveTo>
                <a:lnTo>
                  <a:pt x="4475738" y="0"/>
                </a:lnTo>
                <a:lnTo>
                  <a:pt x="4476105" y="1835"/>
                </a:lnTo>
                <a:cubicBezTo>
                  <a:pt x="4476176" y="41953"/>
                  <a:pt x="4460631" y="82085"/>
                  <a:pt x="4429458" y="113203"/>
                </a:cubicBezTo>
                <a:cubicBezTo>
                  <a:pt x="4367446" y="175044"/>
                  <a:pt x="4267690" y="174988"/>
                  <a:pt x="4206299" y="113035"/>
                </a:cubicBezTo>
                <a:cubicBezTo>
                  <a:pt x="4176220" y="82648"/>
                  <a:pt x="4161139" y="42473"/>
                  <a:pt x="4161069" y="2277"/>
                </a:cubicBezTo>
                <a:close/>
                <a:moveTo>
                  <a:pt x="3592935" y="0"/>
                </a:moveTo>
                <a:lnTo>
                  <a:pt x="3896686" y="0"/>
                </a:lnTo>
                <a:lnTo>
                  <a:pt x="3897295" y="3232"/>
                </a:lnTo>
                <a:cubicBezTo>
                  <a:pt x="3896964" y="41967"/>
                  <a:pt x="3881644" y="80597"/>
                  <a:pt x="3851425" y="110338"/>
                </a:cubicBezTo>
                <a:cubicBezTo>
                  <a:pt x="3791325" y="169485"/>
                  <a:pt x="3695389" y="168810"/>
                  <a:pt x="3636244" y="108823"/>
                </a:cubicBezTo>
                <a:cubicBezTo>
                  <a:pt x="3606896" y="79053"/>
                  <a:pt x="3592432" y="39890"/>
                  <a:pt x="3592770" y="817"/>
                </a:cubicBezTo>
                <a:close/>
              </a:path>
            </a:pathLst>
          </a:custGeom>
          <a:noFill/>
          <a:ln>
            <a:noFill/>
          </a:ln>
        </p:spPr>
      </p:pic>
      <p:pic>
        <p:nvPicPr>
          <p:cNvPr id="120" name="Google Shape;120;p27"/>
          <p:cNvPicPr preferRelativeResize="0"/>
          <p:nvPr/>
        </p:nvPicPr>
        <p:blipFill rotWithShape="1">
          <a:blip r:embed="rId3">
            <a:alphaModFix/>
          </a:blip>
          <a:srcRect b="0" l="0" r="0" t="0"/>
          <a:stretch/>
        </p:blipFill>
        <p:spPr>
          <a:xfrm>
            <a:off x="359423" y="380696"/>
            <a:ext cx="1450519" cy="48001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121" name="Shape 121"/>
        <p:cNvGrpSpPr/>
        <p:nvPr/>
      </p:nvGrpSpPr>
      <p:grpSpPr>
        <a:xfrm>
          <a:off x="0" y="0"/>
          <a:ext cx="0" cy="0"/>
          <a:chOff x="0" y="0"/>
          <a:chExt cx="0" cy="0"/>
        </a:xfrm>
      </p:grpSpPr>
      <p:sp>
        <p:nvSpPr>
          <p:cNvPr id="122" name="Google Shape;122;p28"/>
          <p:cNvSpPr txBox="1"/>
          <p:nvPr>
            <p:ph idx="1" type="body"/>
          </p:nvPr>
        </p:nvSpPr>
        <p:spPr>
          <a:xfrm>
            <a:off x="309753" y="1028700"/>
            <a:ext cx="8524500" cy="1109400"/>
          </a:xfrm>
          <a:prstGeom prst="rect">
            <a:avLst/>
          </a:prstGeom>
          <a:noFill/>
          <a:ln>
            <a:noFill/>
          </a:ln>
        </p:spPr>
        <p:txBody>
          <a:bodyPr anchorCtr="0" anchor="t" bIns="0" lIns="0" spcFirstLastPara="1" rIns="0" wrap="square" tIns="0">
            <a:spAutoFit/>
          </a:bodyPr>
          <a:lstStyle>
            <a:lvl1pPr indent="-342900" lvl="0" marL="457200" algn="l">
              <a:lnSpc>
                <a:spcPct val="90000"/>
              </a:lnSpc>
              <a:spcBef>
                <a:spcPts val="900"/>
              </a:spcBef>
              <a:spcAft>
                <a:spcPts val="0"/>
              </a:spcAft>
              <a:buSzPts val="1800"/>
              <a:buChar char="•"/>
              <a:defRPr sz="1800"/>
            </a:lvl1pPr>
            <a:lvl2pPr indent="-323850" lvl="1" marL="914400" algn="l">
              <a:lnSpc>
                <a:spcPct val="90000"/>
              </a:lnSpc>
              <a:spcBef>
                <a:spcPts val="300"/>
              </a:spcBef>
              <a:spcAft>
                <a:spcPts val="0"/>
              </a:spcAft>
              <a:buSzPts val="1500"/>
              <a:buFont typeface="Arial"/>
              <a:buChar char="–"/>
              <a:defRPr/>
            </a:lvl2pPr>
            <a:lvl3pPr indent="-317500" lvl="2" marL="1371600" algn="l">
              <a:lnSpc>
                <a:spcPct val="90000"/>
              </a:lnSpc>
              <a:spcBef>
                <a:spcPts val="300"/>
              </a:spcBef>
              <a:spcAft>
                <a:spcPts val="0"/>
              </a:spcAft>
              <a:buSzPts val="1400"/>
              <a:buFont typeface="Arial"/>
              <a:buChar char="–"/>
              <a:defRPr sz="1400"/>
            </a:lvl3pPr>
            <a:lvl4pPr indent="-304800" lvl="3" marL="1828800" algn="l">
              <a:lnSpc>
                <a:spcPct val="90000"/>
              </a:lnSpc>
              <a:spcBef>
                <a:spcPts val="300"/>
              </a:spcBef>
              <a:spcAft>
                <a:spcPts val="0"/>
              </a:spcAft>
              <a:buSzPts val="1200"/>
              <a:buFont typeface="Arial"/>
              <a:buChar char="–"/>
              <a:defRPr/>
            </a:lvl4pPr>
            <a:lvl5pPr indent="-298450" lvl="4" marL="2286000" algn="l">
              <a:lnSpc>
                <a:spcPct val="90000"/>
              </a:lnSpc>
              <a:spcBef>
                <a:spcPts val="300"/>
              </a:spcBef>
              <a:spcAft>
                <a:spcPts val="0"/>
              </a:spcAft>
              <a:buSzPts val="1100"/>
              <a:buFont typeface="Arial"/>
              <a:buChar char="–"/>
              <a:defRPr sz="1100"/>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3" name="Google Shape;123;p28"/>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White">
  <p:cSld name="1_Section White">
    <p:spTree>
      <p:nvGrpSpPr>
        <p:cNvPr id="124" name="Shape 124"/>
        <p:cNvGrpSpPr/>
        <p:nvPr/>
      </p:nvGrpSpPr>
      <p:grpSpPr>
        <a:xfrm>
          <a:off x="0" y="0"/>
          <a:ext cx="0" cy="0"/>
          <a:chOff x="0" y="0"/>
          <a:chExt cx="0" cy="0"/>
        </a:xfrm>
      </p:grpSpPr>
      <p:sp>
        <p:nvSpPr>
          <p:cNvPr id="125" name="Google Shape;125;p29"/>
          <p:cNvSpPr/>
          <p:nvPr/>
        </p:nvSpPr>
        <p:spPr>
          <a:xfrm>
            <a:off x="-1" y="4068131"/>
            <a:ext cx="9144000" cy="1075200"/>
          </a:xfrm>
          <a:prstGeom prst="rect">
            <a:avLst/>
          </a:prstGeom>
          <a:gradFill>
            <a:gsLst>
              <a:gs pos="0">
                <a:srgbClr val="005C8A"/>
              </a:gs>
              <a:gs pos="14000">
                <a:srgbClr val="005C8A"/>
              </a:gs>
              <a:gs pos="98000">
                <a:srgbClr val="003753"/>
              </a:gs>
              <a:gs pos="100000">
                <a:srgbClr val="003753"/>
              </a:gs>
            </a:gsLst>
            <a:path path="circle">
              <a:fillToRect b="0%" l="100%" r="0%" t="100%"/>
            </a:path>
            <a:tileRect b="-100%" l="0%" r="-100%" t="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6" name="Google Shape;126;p29"/>
          <p:cNvSpPr/>
          <p:nvPr/>
        </p:nvSpPr>
        <p:spPr>
          <a:xfrm flipH="1" rot="10800000">
            <a:off x="0" y="-144"/>
            <a:ext cx="9144000" cy="1650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sp>
        <p:nvSpPr>
          <p:cNvPr id="127" name="Google Shape;127;p29"/>
          <p:cNvSpPr txBox="1"/>
          <p:nvPr/>
        </p:nvSpPr>
        <p:spPr>
          <a:xfrm>
            <a:off x="308610" y="4972050"/>
            <a:ext cx="5490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600">
                <a:solidFill>
                  <a:schemeClr val="lt1"/>
                </a:solidFill>
                <a:latin typeface="Arial"/>
                <a:ea typeface="Arial"/>
                <a:cs typeface="Arial"/>
                <a:sym typeface="Arial"/>
              </a:rPr>
              <a:t>Broadcom Proprietary and Confidential.  Copyright © 202</a:t>
            </a:r>
            <a:r>
              <a:rPr lang="en" sz="600">
                <a:solidFill>
                  <a:schemeClr val="lt1"/>
                </a:solidFill>
              </a:rPr>
              <a:t>5</a:t>
            </a:r>
            <a:r>
              <a:rPr lang="en" sz="600">
                <a:solidFill>
                  <a:schemeClr val="lt1"/>
                </a:solidFill>
                <a:latin typeface="Arial"/>
                <a:ea typeface="Arial"/>
                <a:cs typeface="Arial"/>
                <a:sym typeface="Arial"/>
              </a:rPr>
              <a:t> Broadcom.  All Rights Reserved. The term “Broadcom” refers to Broadcom Inc. and/or its subsidiaries.</a:t>
            </a:r>
            <a:endParaRPr sz="1100"/>
          </a:p>
        </p:txBody>
      </p:sp>
      <p:grpSp>
        <p:nvGrpSpPr>
          <p:cNvPr id="128" name="Google Shape;128;p29"/>
          <p:cNvGrpSpPr/>
          <p:nvPr/>
        </p:nvGrpSpPr>
        <p:grpSpPr>
          <a:xfrm>
            <a:off x="-1" y="4068131"/>
            <a:ext cx="9144000" cy="0"/>
            <a:chOff x="-1" y="5905500"/>
            <a:chExt cx="12192000" cy="0"/>
          </a:xfrm>
        </p:grpSpPr>
        <p:cxnSp>
          <p:nvCxnSpPr>
            <p:cNvPr id="129" name="Google Shape;129;p29"/>
            <p:cNvCxnSpPr/>
            <p:nvPr/>
          </p:nvCxnSpPr>
          <p:spPr>
            <a:xfrm>
              <a:off x="-1" y="5905500"/>
              <a:ext cx="12192000" cy="0"/>
            </a:xfrm>
            <a:prstGeom prst="straightConnector1">
              <a:avLst/>
            </a:prstGeom>
            <a:noFill/>
            <a:ln cap="flat" cmpd="sng" w="82550">
              <a:solidFill>
                <a:schemeClr val="accent5"/>
              </a:solidFill>
              <a:prstDash val="solid"/>
              <a:round/>
              <a:headEnd len="sm" w="sm" type="none"/>
              <a:tailEnd len="sm" w="sm" type="none"/>
            </a:ln>
          </p:spPr>
        </p:cxnSp>
        <p:cxnSp>
          <p:nvCxnSpPr>
            <p:cNvPr id="130" name="Google Shape;130;p29"/>
            <p:cNvCxnSpPr/>
            <p:nvPr/>
          </p:nvCxnSpPr>
          <p:spPr>
            <a:xfrm>
              <a:off x="9083040" y="5905500"/>
              <a:ext cx="3108900" cy="0"/>
            </a:xfrm>
            <a:prstGeom prst="straightConnector1">
              <a:avLst/>
            </a:prstGeom>
            <a:noFill/>
            <a:ln cap="flat" cmpd="sng" w="82550">
              <a:solidFill>
                <a:srgbClr val="707275"/>
              </a:solidFill>
              <a:prstDash val="solid"/>
              <a:round/>
              <a:headEnd len="sm" w="sm" type="none"/>
              <a:tailEnd len="sm" w="sm" type="none"/>
            </a:ln>
          </p:spPr>
        </p:cxnSp>
      </p:grpSp>
      <p:sp>
        <p:nvSpPr>
          <p:cNvPr id="131" name="Google Shape;131;p29"/>
          <p:cNvSpPr txBox="1"/>
          <p:nvPr>
            <p:ph idx="1" type="body"/>
          </p:nvPr>
        </p:nvSpPr>
        <p:spPr>
          <a:xfrm>
            <a:off x="308610" y="3525959"/>
            <a:ext cx="6446400" cy="392400"/>
          </a:xfrm>
          <a:prstGeom prst="rect">
            <a:avLst/>
          </a:prstGeom>
          <a:noFill/>
          <a:ln>
            <a:noFill/>
          </a:ln>
        </p:spPr>
        <p:txBody>
          <a:bodyPr anchorCtr="0" anchor="b" bIns="0" lIns="0" spcFirstLastPara="1" rIns="0" wrap="square" tIns="0">
            <a:spAutoFit/>
          </a:bodyPr>
          <a:lstStyle>
            <a:lvl1pPr indent="-228600" lvl="0" marL="457200" marR="0" algn="l">
              <a:lnSpc>
                <a:spcPct val="85000"/>
              </a:lnSpc>
              <a:spcBef>
                <a:spcPts val="900"/>
              </a:spcBef>
              <a:spcAft>
                <a:spcPts val="0"/>
              </a:spcAft>
              <a:buClr>
                <a:schemeClr val="dk2"/>
              </a:buClr>
              <a:buSzPts val="3000"/>
              <a:buFont typeface="Arial"/>
              <a:buNone/>
              <a:defRPr b="0" sz="3000" cap="none">
                <a:solidFill>
                  <a:schemeClr val="dk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pic>
        <p:nvPicPr>
          <p:cNvPr id="132" name="Google Shape;132;p29"/>
          <p:cNvPicPr preferRelativeResize="0"/>
          <p:nvPr/>
        </p:nvPicPr>
        <p:blipFill rotWithShape="1">
          <a:blip r:embed="rId2">
            <a:alphaModFix/>
          </a:blip>
          <a:srcRect b="0" l="0" r="0" t="0"/>
          <a:stretch/>
        </p:blipFill>
        <p:spPr>
          <a:xfrm>
            <a:off x="7126663" y="4304511"/>
            <a:ext cx="1639400" cy="54251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p:cSld name="Content_1">
    <p:spTree>
      <p:nvGrpSpPr>
        <p:cNvPr id="133" name="Shape 133"/>
        <p:cNvGrpSpPr/>
        <p:nvPr/>
      </p:nvGrpSpPr>
      <p:grpSpPr>
        <a:xfrm>
          <a:off x="0" y="0"/>
          <a:ext cx="0" cy="0"/>
          <a:chOff x="0" y="0"/>
          <a:chExt cx="0" cy="0"/>
        </a:xfrm>
      </p:grpSpPr>
      <p:sp>
        <p:nvSpPr>
          <p:cNvPr id="134" name="Google Shape;134;p30"/>
          <p:cNvSpPr txBox="1"/>
          <p:nvPr>
            <p:ph idx="1" type="body"/>
          </p:nvPr>
        </p:nvSpPr>
        <p:spPr>
          <a:xfrm>
            <a:off x="309753" y="1028700"/>
            <a:ext cx="8524500" cy="1109400"/>
          </a:xfrm>
          <a:prstGeom prst="rect">
            <a:avLst/>
          </a:prstGeom>
          <a:noFill/>
          <a:ln>
            <a:noFill/>
          </a:ln>
        </p:spPr>
        <p:txBody>
          <a:bodyPr anchorCtr="0" anchor="t" bIns="0" lIns="0" spcFirstLastPara="1" rIns="0" wrap="square" tIns="0">
            <a:spAutoFit/>
          </a:bodyPr>
          <a:lstStyle>
            <a:lvl1pPr indent="-342900" lvl="0" marL="457200" algn="l">
              <a:lnSpc>
                <a:spcPct val="90000"/>
              </a:lnSpc>
              <a:spcBef>
                <a:spcPts val="900"/>
              </a:spcBef>
              <a:spcAft>
                <a:spcPts val="0"/>
              </a:spcAft>
              <a:buSzPts val="1800"/>
              <a:buChar char="•"/>
              <a:defRPr sz="1800"/>
            </a:lvl1pPr>
            <a:lvl2pPr indent="-323850" lvl="1" marL="914400" algn="l">
              <a:lnSpc>
                <a:spcPct val="90000"/>
              </a:lnSpc>
              <a:spcBef>
                <a:spcPts val="300"/>
              </a:spcBef>
              <a:spcAft>
                <a:spcPts val="0"/>
              </a:spcAft>
              <a:buSzPts val="1500"/>
              <a:buFont typeface="Arial"/>
              <a:buChar char="–"/>
              <a:defRPr/>
            </a:lvl2pPr>
            <a:lvl3pPr indent="-317500" lvl="2" marL="1371600" algn="l">
              <a:lnSpc>
                <a:spcPct val="90000"/>
              </a:lnSpc>
              <a:spcBef>
                <a:spcPts val="300"/>
              </a:spcBef>
              <a:spcAft>
                <a:spcPts val="0"/>
              </a:spcAft>
              <a:buSzPts val="1400"/>
              <a:buFont typeface="Arial"/>
              <a:buChar char="–"/>
              <a:defRPr sz="1400"/>
            </a:lvl3pPr>
            <a:lvl4pPr indent="-304800" lvl="3" marL="1828800" algn="l">
              <a:lnSpc>
                <a:spcPct val="90000"/>
              </a:lnSpc>
              <a:spcBef>
                <a:spcPts val="300"/>
              </a:spcBef>
              <a:spcAft>
                <a:spcPts val="0"/>
              </a:spcAft>
              <a:buSzPts val="1200"/>
              <a:buFont typeface="Arial"/>
              <a:buChar char="–"/>
              <a:defRPr/>
            </a:lvl4pPr>
            <a:lvl5pPr indent="-298450" lvl="4" marL="2286000" algn="l">
              <a:lnSpc>
                <a:spcPct val="90000"/>
              </a:lnSpc>
              <a:spcBef>
                <a:spcPts val="300"/>
              </a:spcBef>
              <a:spcAft>
                <a:spcPts val="0"/>
              </a:spcAft>
              <a:buSzPts val="1100"/>
              <a:buFont typeface="Arial"/>
              <a:buChar char="–"/>
              <a:defRPr sz="1100"/>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35" name="Google Shape;135;p30"/>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1_Title Only">
    <p:spTree>
      <p:nvGrpSpPr>
        <p:cNvPr id="136" name="Shape 136"/>
        <p:cNvGrpSpPr/>
        <p:nvPr/>
      </p:nvGrpSpPr>
      <p:grpSpPr>
        <a:xfrm>
          <a:off x="0" y="0"/>
          <a:ext cx="0" cy="0"/>
          <a:chOff x="0" y="0"/>
          <a:chExt cx="0" cy="0"/>
        </a:xfrm>
      </p:grpSpPr>
      <p:sp>
        <p:nvSpPr>
          <p:cNvPr id="137" name="Google Shape;137;p31"/>
          <p:cNvSpPr txBox="1"/>
          <p:nvPr>
            <p:ph type="title"/>
          </p:nvPr>
        </p:nvSpPr>
        <p:spPr>
          <a:xfrm>
            <a:off x="309753" y="413485"/>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1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Subtitle">
  <p:cSld name="Content with Subtitle">
    <p:spTree>
      <p:nvGrpSpPr>
        <p:cNvPr id="138" name="Shape 138"/>
        <p:cNvGrpSpPr/>
        <p:nvPr/>
      </p:nvGrpSpPr>
      <p:grpSpPr>
        <a:xfrm>
          <a:off x="0" y="0"/>
          <a:ext cx="0" cy="0"/>
          <a:chOff x="0" y="0"/>
          <a:chExt cx="0" cy="0"/>
        </a:xfrm>
      </p:grpSpPr>
      <p:sp>
        <p:nvSpPr>
          <p:cNvPr id="139" name="Google Shape;139;p32"/>
          <p:cNvSpPr txBox="1"/>
          <p:nvPr>
            <p:ph idx="1" type="body"/>
          </p:nvPr>
        </p:nvSpPr>
        <p:spPr>
          <a:xfrm>
            <a:off x="309753" y="1200150"/>
            <a:ext cx="8524500" cy="1130400"/>
          </a:xfrm>
          <a:prstGeom prst="rect">
            <a:avLst/>
          </a:prstGeom>
          <a:noFill/>
          <a:ln>
            <a:noFill/>
          </a:ln>
        </p:spPr>
        <p:txBody>
          <a:bodyPr anchorCtr="0" anchor="t" bIns="0" lIns="0" spcFirstLastPara="1" rIns="0" wrap="square" tIns="0">
            <a:spAutoFit/>
          </a:bodyPr>
          <a:lstStyle>
            <a:lvl1pPr indent="-342900" lvl="0" marL="457200" algn="l">
              <a:lnSpc>
                <a:spcPct val="90000"/>
              </a:lnSpc>
              <a:spcBef>
                <a:spcPts val="900"/>
              </a:spcBef>
              <a:spcAft>
                <a:spcPts val="0"/>
              </a:spcAft>
              <a:buSzPts val="1800"/>
              <a:buChar char="•"/>
              <a:defRPr/>
            </a:lvl1pPr>
            <a:lvl2pPr indent="-323850" lvl="1" marL="914400" algn="l">
              <a:lnSpc>
                <a:spcPct val="90000"/>
              </a:lnSpc>
              <a:spcBef>
                <a:spcPts val="300"/>
              </a:spcBef>
              <a:spcAft>
                <a:spcPts val="0"/>
              </a:spcAft>
              <a:buSzPts val="1500"/>
              <a:buFont typeface="Arial"/>
              <a:buChar char="–"/>
              <a:defRPr/>
            </a:lvl2pPr>
            <a:lvl3pPr indent="-317500" lvl="2" marL="1371600" algn="l">
              <a:lnSpc>
                <a:spcPct val="90000"/>
              </a:lnSpc>
              <a:spcBef>
                <a:spcPts val="300"/>
              </a:spcBef>
              <a:spcAft>
                <a:spcPts val="0"/>
              </a:spcAft>
              <a:buSzPts val="1400"/>
              <a:buFont typeface="Arial"/>
              <a:buChar char="–"/>
              <a:defRPr sz="1400"/>
            </a:lvl3pPr>
            <a:lvl4pPr indent="-304800" lvl="3" marL="1828800" algn="l">
              <a:lnSpc>
                <a:spcPct val="90000"/>
              </a:lnSpc>
              <a:spcBef>
                <a:spcPts val="300"/>
              </a:spcBef>
              <a:spcAft>
                <a:spcPts val="0"/>
              </a:spcAft>
              <a:buSzPts val="1200"/>
              <a:buFont typeface="Arial"/>
              <a:buChar char="–"/>
              <a:defRPr/>
            </a:lvl4pPr>
            <a:lvl5pPr indent="-298450" lvl="4" marL="2286000" algn="l">
              <a:lnSpc>
                <a:spcPct val="90000"/>
              </a:lnSpc>
              <a:spcBef>
                <a:spcPts val="300"/>
              </a:spcBef>
              <a:spcAft>
                <a:spcPts val="0"/>
              </a:spcAft>
              <a:buSzPts val="1100"/>
              <a:buFont typeface="Arial"/>
              <a:buChar char="–"/>
              <a:defRPr sz="1100"/>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40" name="Google Shape;140;p32"/>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1" name="Google Shape;141;p32"/>
          <p:cNvSpPr txBox="1"/>
          <p:nvPr>
            <p:ph idx="2" type="body"/>
          </p:nvPr>
        </p:nvSpPr>
        <p:spPr>
          <a:xfrm>
            <a:off x="309753" y="754380"/>
            <a:ext cx="8524500" cy="2493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0"/>
              </a:spcBef>
              <a:spcAft>
                <a:spcPts val="0"/>
              </a:spcAft>
              <a:buSzPts val="1800"/>
              <a:buNone/>
              <a:defRPr b="0" sz="1800">
                <a:solidFill>
                  <a:schemeClr val="lt2"/>
                </a:solidFill>
                <a:latin typeface="Arial"/>
                <a:ea typeface="Arial"/>
                <a:cs typeface="Arial"/>
                <a:sym typeface="Arial"/>
              </a:defRPr>
            </a:lvl1pPr>
            <a:lvl2pPr indent="-228600" lvl="1" marL="914400" algn="l">
              <a:lnSpc>
                <a:spcPct val="90000"/>
              </a:lnSpc>
              <a:spcBef>
                <a:spcPts val="300"/>
              </a:spcBef>
              <a:spcAft>
                <a:spcPts val="0"/>
              </a:spcAft>
              <a:buSzPts val="1500"/>
              <a:buNone/>
              <a:defRPr/>
            </a:lvl2pPr>
            <a:lvl3pPr indent="-228600" lvl="2" marL="1371600" algn="l">
              <a:lnSpc>
                <a:spcPct val="90000"/>
              </a:lnSpc>
              <a:spcBef>
                <a:spcPts val="300"/>
              </a:spcBef>
              <a:spcAft>
                <a:spcPts val="0"/>
              </a:spcAft>
              <a:buSzPts val="1200"/>
              <a:buNone/>
              <a:defRPr/>
            </a:lvl3pPr>
            <a:lvl4pPr indent="-228600" lvl="3" marL="1828800" algn="l">
              <a:lnSpc>
                <a:spcPct val="90000"/>
              </a:lnSpc>
              <a:spcBef>
                <a:spcPts val="300"/>
              </a:spcBef>
              <a:spcAft>
                <a:spcPts val="0"/>
              </a:spcAft>
              <a:buSzPts val="1200"/>
              <a:buNone/>
              <a:defRPr/>
            </a:lvl4pPr>
            <a:lvl5pPr indent="-228600" lvl="4" marL="2286000" algn="l">
              <a:lnSpc>
                <a:spcPct val="90000"/>
              </a:lnSpc>
              <a:spcBef>
                <a:spcPts val="300"/>
              </a:spcBef>
              <a:spcAft>
                <a:spcPts val="0"/>
              </a:spcAft>
              <a:buSzPts val="1200"/>
              <a:buNone/>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42" name="Shape 142"/>
        <p:cNvGrpSpPr/>
        <p:nvPr/>
      </p:nvGrpSpPr>
      <p:grpSpPr>
        <a:xfrm>
          <a:off x="0" y="0"/>
          <a:ext cx="0" cy="0"/>
          <a:chOff x="0" y="0"/>
          <a:chExt cx="0" cy="0"/>
        </a:xfrm>
      </p:grpSpPr>
      <p:sp>
        <p:nvSpPr>
          <p:cNvPr id="143" name="Google Shape;143;p33"/>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Subtitle">
  <p:cSld name="Title with Subtitle">
    <p:spTree>
      <p:nvGrpSpPr>
        <p:cNvPr id="144" name="Shape 144"/>
        <p:cNvGrpSpPr/>
        <p:nvPr/>
      </p:nvGrpSpPr>
      <p:grpSpPr>
        <a:xfrm>
          <a:off x="0" y="0"/>
          <a:ext cx="0" cy="0"/>
          <a:chOff x="0" y="0"/>
          <a:chExt cx="0" cy="0"/>
        </a:xfrm>
      </p:grpSpPr>
      <p:sp>
        <p:nvSpPr>
          <p:cNvPr id="145" name="Google Shape;145;p34"/>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6" name="Google Shape;146;p34"/>
          <p:cNvSpPr txBox="1"/>
          <p:nvPr>
            <p:ph idx="1" type="body"/>
          </p:nvPr>
        </p:nvSpPr>
        <p:spPr>
          <a:xfrm>
            <a:off x="309753" y="754380"/>
            <a:ext cx="8524500" cy="2493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0"/>
              </a:spcBef>
              <a:spcAft>
                <a:spcPts val="0"/>
              </a:spcAft>
              <a:buSzPts val="1800"/>
              <a:buNone/>
              <a:defRPr b="0" sz="1800">
                <a:solidFill>
                  <a:schemeClr val="lt2"/>
                </a:solidFill>
                <a:latin typeface="Arial"/>
                <a:ea typeface="Arial"/>
                <a:cs typeface="Arial"/>
                <a:sym typeface="Arial"/>
              </a:defRPr>
            </a:lvl1pPr>
            <a:lvl2pPr indent="-228600" lvl="1" marL="914400" algn="l">
              <a:lnSpc>
                <a:spcPct val="90000"/>
              </a:lnSpc>
              <a:spcBef>
                <a:spcPts val="300"/>
              </a:spcBef>
              <a:spcAft>
                <a:spcPts val="0"/>
              </a:spcAft>
              <a:buSzPts val="1500"/>
              <a:buNone/>
              <a:defRPr/>
            </a:lvl2pPr>
            <a:lvl3pPr indent="-228600" lvl="2" marL="1371600" algn="l">
              <a:lnSpc>
                <a:spcPct val="90000"/>
              </a:lnSpc>
              <a:spcBef>
                <a:spcPts val="300"/>
              </a:spcBef>
              <a:spcAft>
                <a:spcPts val="0"/>
              </a:spcAft>
              <a:buSzPts val="1200"/>
              <a:buNone/>
              <a:defRPr/>
            </a:lvl3pPr>
            <a:lvl4pPr indent="-228600" lvl="3" marL="1828800" algn="l">
              <a:lnSpc>
                <a:spcPct val="90000"/>
              </a:lnSpc>
              <a:spcBef>
                <a:spcPts val="300"/>
              </a:spcBef>
              <a:spcAft>
                <a:spcPts val="0"/>
              </a:spcAft>
              <a:buSzPts val="1200"/>
              <a:buNone/>
              <a:defRPr/>
            </a:lvl4pPr>
            <a:lvl5pPr indent="-228600" lvl="4" marL="2286000" algn="l">
              <a:lnSpc>
                <a:spcPct val="90000"/>
              </a:lnSpc>
              <a:spcBef>
                <a:spcPts val="300"/>
              </a:spcBef>
              <a:spcAft>
                <a:spcPts val="0"/>
              </a:spcAft>
              <a:buSzPts val="1200"/>
              <a:buNone/>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howMasterSp="0">
  <p:cSld name="LOGO">
    <p:bg>
      <p:bgPr>
        <a:gradFill>
          <a:gsLst>
            <a:gs pos="0">
              <a:srgbClr val="D5D6D6">
                <a:alpha val="49803"/>
              </a:srgbClr>
            </a:gs>
            <a:gs pos="30000">
              <a:srgbClr val="D5D6D6">
                <a:alpha val="49803"/>
              </a:srgbClr>
            </a:gs>
            <a:gs pos="100000">
              <a:schemeClr val="lt1"/>
            </a:gs>
          </a:gsLst>
          <a:path path="circle">
            <a:fillToRect b="0%" l="100%" r="0%" t="100%"/>
          </a:path>
          <a:tileRect b="-100%" l="0%" r="-100%" t="0%"/>
        </a:gradFill>
      </p:bgPr>
    </p:bg>
    <p:spTree>
      <p:nvGrpSpPr>
        <p:cNvPr id="147" name="Shape 147"/>
        <p:cNvGrpSpPr/>
        <p:nvPr/>
      </p:nvGrpSpPr>
      <p:grpSpPr>
        <a:xfrm>
          <a:off x="0" y="0"/>
          <a:ext cx="0" cy="0"/>
          <a:chOff x="0" y="0"/>
          <a:chExt cx="0" cy="0"/>
        </a:xfrm>
      </p:grpSpPr>
      <p:grpSp>
        <p:nvGrpSpPr>
          <p:cNvPr id="148" name="Google Shape;148;p35"/>
          <p:cNvGrpSpPr/>
          <p:nvPr/>
        </p:nvGrpSpPr>
        <p:grpSpPr>
          <a:xfrm>
            <a:off x="0" y="0"/>
            <a:ext cx="9144053" cy="102825"/>
            <a:chOff x="0" y="0"/>
            <a:chExt cx="12192070" cy="137100"/>
          </a:xfrm>
        </p:grpSpPr>
        <p:sp>
          <p:nvSpPr>
            <p:cNvPr id="149" name="Google Shape;149;p35"/>
            <p:cNvSpPr/>
            <p:nvPr/>
          </p:nvSpPr>
          <p:spPr>
            <a:xfrm>
              <a:off x="0" y="0"/>
              <a:ext cx="12192000" cy="137100"/>
            </a:xfrm>
            <a:prstGeom prst="rect">
              <a:avLst/>
            </a:prstGeom>
            <a:solidFill>
              <a:srgbClr val="005C8A"/>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sp>
          <p:nvSpPr>
            <p:cNvPr id="150" name="Google Shape;150;p35"/>
            <p:cNvSpPr/>
            <p:nvPr/>
          </p:nvSpPr>
          <p:spPr>
            <a:xfrm>
              <a:off x="10665070" y="0"/>
              <a:ext cx="1527000" cy="137100"/>
            </a:xfrm>
            <a:prstGeom prst="rect">
              <a:avLst/>
            </a:prstGeom>
            <a:solidFill>
              <a:srgbClr val="005C8A"/>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grpSp>
      <p:pic>
        <p:nvPicPr>
          <p:cNvPr id="151" name="Google Shape;151;p35"/>
          <p:cNvPicPr preferRelativeResize="0"/>
          <p:nvPr/>
        </p:nvPicPr>
        <p:blipFill rotWithShape="1">
          <a:blip r:embed="rId2">
            <a:alphaModFix/>
          </a:blip>
          <a:srcRect b="0" l="0" r="0" t="0"/>
          <a:stretch/>
        </p:blipFill>
        <p:spPr>
          <a:xfrm>
            <a:off x="2299976" y="1819886"/>
            <a:ext cx="4544050" cy="1503727"/>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dditional Questions Layout">
  <p:cSld name="Additional Questions Layout">
    <p:spTree>
      <p:nvGrpSpPr>
        <p:cNvPr id="152" name="Shape 152"/>
        <p:cNvGrpSpPr/>
        <p:nvPr/>
      </p:nvGrpSpPr>
      <p:grpSpPr>
        <a:xfrm>
          <a:off x="0" y="0"/>
          <a:ext cx="0" cy="0"/>
          <a:chOff x="0" y="0"/>
          <a:chExt cx="0" cy="0"/>
        </a:xfrm>
      </p:grpSpPr>
      <p:sp>
        <p:nvSpPr>
          <p:cNvPr id="153" name="Google Shape;153;p36"/>
          <p:cNvSpPr txBox="1"/>
          <p:nvPr>
            <p:ph type="title"/>
          </p:nvPr>
        </p:nvSpPr>
        <p:spPr>
          <a:xfrm>
            <a:off x="309753" y="1116683"/>
            <a:ext cx="8524500" cy="471000"/>
          </a:xfrm>
          <a:prstGeom prst="rect">
            <a:avLst/>
          </a:prstGeom>
          <a:noFill/>
          <a:ln>
            <a:noFill/>
          </a:ln>
        </p:spPr>
        <p:txBody>
          <a:bodyPr anchorCtr="0" anchor="ctr" bIns="0" lIns="0" spcFirstLastPara="1" rIns="0" wrap="square" tIns="0">
            <a:spAutoFit/>
          </a:bodyPr>
          <a:lstStyle>
            <a:lvl1pPr lvl="0" algn="ctr">
              <a:lnSpc>
                <a:spcPct val="85000"/>
              </a:lnSpc>
              <a:spcBef>
                <a:spcPts val="0"/>
              </a:spcBef>
              <a:spcAft>
                <a:spcPts val="0"/>
              </a:spcAft>
              <a:buClr>
                <a:srgbClr val="007295"/>
              </a:buClr>
              <a:buSzPts val="3600"/>
              <a:buFont typeface="Arial"/>
              <a:buNone/>
              <a:defRPr sz="3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154" name="Google Shape;154;p36"/>
          <p:cNvGrpSpPr/>
          <p:nvPr/>
        </p:nvGrpSpPr>
        <p:grpSpPr>
          <a:xfrm>
            <a:off x="3745724" y="1923205"/>
            <a:ext cx="1652780" cy="1865376"/>
            <a:chOff x="2763837" y="-92075"/>
            <a:chExt cx="765176" cy="863600"/>
          </a:xfrm>
        </p:grpSpPr>
        <p:sp>
          <p:nvSpPr>
            <p:cNvPr id="155" name="Google Shape;155;p36"/>
            <p:cNvSpPr/>
            <p:nvPr/>
          </p:nvSpPr>
          <p:spPr>
            <a:xfrm>
              <a:off x="2763837" y="-92075"/>
              <a:ext cx="765176" cy="863600"/>
            </a:xfrm>
            <a:custGeom>
              <a:rect b="b" l="l" r="r" t="t"/>
              <a:pathLst>
                <a:path extrusionOk="0" h="362" w="320">
                  <a:moveTo>
                    <a:pt x="155" y="0"/>
                  </a:moveTo>
                  <a:cubicBezTo>
                    <a:pt x="77" y="0"/>
                    <a:pt x="25" y="59"/>
                    <a:pt x="25" y="138"/>
                  </a:cubicBezTo>
                  <a:cubicBezTo>
                    <a:pt x="25" y="142"/>
                    <a:pt x="27" y="143"/>
                    <a:pt x="28" y="152"/>
                  </a:cubicBezTo>
                  <a:cubicBezTo>
                    <a:pt x="28" y="161"/>
                    <a:pt x="6" y="207"/>
                    <a:pt x="3" y="214"/>
                  </a:cubicBezTo>
                  <a:cubicBezTo>
                    <a:pt x="0" y="221"/>
                    <a:pt x="2" y="233"/>
                    <a:pt x="12" y="233"/>
                  </a:cubicBezTo>
                  <a:cubicBezTo>
                    <a:pt x="25" y="233"/>
                    <a:pt x="26" y="241"/>
                    <a:pt x="20" y="245"/>
                  </a:cubicBezTo>
                  <a:cubicBezTo>
                    <a:pt x="17" y="248"/>
                    <a:pt x="20" y="257"/>
                    <a:pt x="22" y="258"/>
                  </a:cubicBezTo>
                  <a:cubicBezTo>
                    <a:pt x="24" y="259"/>
                    <a:pt x="36" y="263"/>
                    <a:pt x="36" y="264"/>
                  </a:cubicBezTo>
                  <a:cubicBezTo>
                    <a:pt x="37" y="265"/>
                    <a:pt x="32" y="268"/>
                    <a:pt x="30" y="271"/>
                  </a:cubicBezTo>
                  <a:cubicBezTo>
                    <a:pt x="29" y="273"/>
                    <a:pt x="33" y="282"/>
                    <a:pt x="33" y="282"/>
                  </a:cubicBezTo>
                  <a:cubicBezTo>
                    <a:pt x="33" y="282"/>
                    <a:pt x="36" y="285"/>
                    <a:pt x="43" y="289"/>
                  </a:cubicBezTo>
                  <a:cubicBezTo>
                    <a:pt x="51" y="294"/>
                    <a:pt x="44" y="311"/>
                    <a:pt x="44" y="315"/>
                  </a:cubicBezTo>
                  <a:cubicBezTo>
                    <a:pt x="44" y="320"/>
                    <a:pt x="50" y="337"/>
                    <a:pt x="67" y="337"/>
                  </a:cubicBezTo>
                  <a:cubicBezTo>
                    <a:pt x="84" y="337"/>
                    <a:pt x="112" y="326"/>
                    <a:pt x="112" y="326"/>
                  </a:cubicBezTo>
                  <a:cubicBezTo>
                    <a:pt x="120" y="362"/>
                    <a:pt x="120" y="362"/>
                    <a:pt x="120" y="362"/>
                  </a:cubicBezTo>
                  <a:cubicBezTo>
                    <a:pt x="125" y="360"/>
                    <a:pt x="220" y="330"/>
                    <a:pt x="244" y="323"/>
                  </a:cubicBezTo>
                  <a:cubicBezTo>
                    <a:pt x="246" y="322"/>
                    <a:pt x="249" y="321"/>
                    <a:pt x="252" y="321"/>
                  </a:cubicBezTo>
                  <a:cubicBezTo>
                    <a:pt x="245" y="272"/>
                    <a:pt x="245" y="272"/>
                    <a:pt x="245" y="272"/>
                  </a:cubicBezTo>
                  <a:cubicBezTo>
                    <a:pt x="262" y="244"/>
                    <a:pt x="301" y="201"/>
                    <a:pt x="306" y="160"/>
                  </a:cubicBezTo>
                  <a:cubicBezTo>
                    <a:pt x="320" y="53"/>
                    <a:pt x="245" y="0"/>
                    <a:pt x="155" y="0"/>
                  </a:cubicBezTo>
                  <a:close/>
                  <a:moveTo>
                    <a:pt x="214" y="37"/>
                  </a:moveTo>
                  <a:cubicBezTo>
                    <a:pt x="216" y="35"/>
                    <a:pt x="219" y="35"/>
                    <a:pt x="221" y="37"/>
                  </a:cubicBezTo>
                  <a:cubicBezTo>
                    <a:pt x="224" y="39"/>
                    <a:pt x="224" y="43"/>
                    <a:pt x="221" y="45"/>
                  </a:cubicBezTo>
                  <a:cubicBezTo>
                    <a:pt x="207" y="59"/>
                    <a:pt x="207" y="59"/>
                    <a:pt x="207" y="59"/>
                  </a:cubicBezTo>
                  <a:cubicBezTo>
                    <a:pt x="205" y="56"/>
                    <a:pt x="203" y="53"/>
                    <a:pt x="200" y="51"/>
                  </a:cubicBezTo>
                  <a:lnTo>
                    <a:pt x="214" y="37"/>
                  </a:lnTo>
                  <a:close/>
                  <a:moveTo>
                    <a:pt x="157" y="18"/>
                  </a:moveTo>
                  <a:cubicBezTo>
                    <a:pt x="157" y="15"/>
                    <a:pt x="159" y="13"/>
                    <a:pt x="162" y="13"/>
                  </a:cubicBezTo>
                  <a:cubicBezTo>
                    <a:pt x="165" y="13"/>
                    <a:pt x="168" y="15"/>
                    <a:pt x="168" y="18"/>
                  </a:cubicBezTo>
                  <a:cubicBezTo>
                    <a:pt x="168" y="37"/>
                    <a:pt x="168" y="37"/>
                    <a:pt x="168" y="37"/>
                  </a:cubicBezTo>
                  <a:cubicBezTo>
                    <a:pt x="166" y="37"/>
                    <a:pt x="164" y="37"/>
                    <a:pt x="162" y="37"/>
                  </a:cubicBezTo>
                  <a:cubicBezTo>
                    <a:pt x="162" y="37"/>
                    <a:pt x="162" y="37"/>
                    <a:pt x="162" y="37"/>
                  </a:cubicBezTo>
                  <a:cubicBezTo>
                    <a:pt x="162" y="37"/>
                    <a:pt x="162" y="37"/>
                    <a:pt x="162" y="37"/>
                  </a:cubicBezTo>
                  <a:cubicBezTo>
                    <a:pt x="160" y="37"/>
                    <a:pt x="159" y="37"/>
                    <a:pt x="157" y="37"/>
                  </a:cubicBezTo>
                  <a:lnTo>
                    <a:pt x="157" y="18"/>
                  </a:lnTo>
                  <a:close/>
                  <a:moveTo>
                    <a:pt x="103" y="37"/>
                  </a:moveTo>
                  <a:cubicBezTo>
                    <a:pt x="105" y="35"/>
                    <a:pt x="109" y="35"/>
                    <a:pt x="111" y="37"/>
                  </a:cubicBezTo>
                  <a:cubicBezTo>
                    <a:pt x="125" y="51"/>
                    <a:pt x="125" y="51"/>
                    <a:pt x="125" y="51"/>
                  </a:cubicBezTo>
                  <a:cubicBezTo>
                    <a:pt x="122" y="53"/>
                    <a:pt x="120" y="56"/>
                    <a:pt x="117" y="59"/>
                  </a:cubicBezTo>
                  <a:cubicBezTo>
                    <a:pt x="103" y="45"/>
                    <a:pt x="103" y="45"/>
                    <a:pt x="103" y="45"/>
                  </a:cubicBezTo>
                  <a:cubicBezTo>
                    <a:pt x="101" y="43"/>
                    <a:pt x="101" y="39"/>
                    <a:pt x="103" y="37"/>
                  </a:cubicBezTo>
                  <a:close/>
                  <a:moveTo>
                    <a:pt x="79" y="96"/>
                  </a:moveTo>
                  <a:cubicBezTo>
                    <a:pt x="79" y="93"/>
                    <a:pt x="81" y="91"/>
                    <a:pt x="84" y="91"/>
                  </a:cubicBezTo>
                  <a:cubicBezTo>
                    <a:pt x="104" y="91"/>
                    <a:pt x="104" y="91"/>
                    <a:pt x="104" y="91"/>
                  </a:cubicBezTo>
                  <a:cubicBezTo>
                    <a:pt x="104" y="93"/>
                    <a:pt x="104" y="96"/>
                    <a:pt x="104" y="99"/>
                  </a:cubicBezTo>
                  <a:cubicBezTo>
                    <a:pt x="104" y="100"/>
                    <a:pt x="104" y="101"/>
                    <a:pt x="104" y="102"/>
                  </a:cubicBezTo>
                  <a:cubicBezTo>
                    <a:pt x="84" y="102"/>
                    <a:pt x="84" y="102"/>
                    <a:pt x="84" y="102"/>
                  </a:cubicBezTo>
                  <a:cubicBezTo>
                    <a:pt x="81" y="102"/>
                    <a:pt x="79" y="99"/>
                    <a:pt x="79" y="96"/>
                  </a:cubicBezTo>
                  <a:close/>
                  <a:moveTo>
                    <a:pt x="111" y="155"/>
                  </a:moveTo>
                  <a:cubicBezTo>
                    <a:pt x="109" y="158"/>
                    <a:pt x="105" y="158"/>
                    <a:pt x="103" y="155"/>
                  </a:cubicBezTo>
                  <a:cubicBezTo>
                    <a:pt x="101" y="153"/>
                    <a:pt x="101" y="150"/>
                    <a:pt x="103" y="147"/>
                  </a:cubicBezTo>
                  <a:cubicBezTo>
                    <a:pt x="114" y="136"/>
                    <a:pt x="114" y="136"/>
                    <a:pt x="114" y="136"/>
                  </a:cubicBezTo>
                  <a:cubicBezTo>
                    <a:pt x="117" y="140"/>
                    <a:pt x="119" y="143"/>
                    <a:pt x="121" y="145"/>
                  </a:cubicBezTo>
                  <a:lnTo>
                    <a:pt x="111" y="155"/>
                  </a:lnTo>
                  <a:close/>
                  <a:moveTo>
                    <a:pt x="166" y="208"/>
                  </a:moveTo>
                  <a:cubicBezTo>
                    <a:pt x="165" y="208"/>
                    <a:pt x="165" y="208"/>
                    <a:pt x="165" y="208"/>
                  </a:cubicBezTo>
                  <a:cubicBezTo>
                    <a:pt x="160" y="208"/>
                    <a:pt x="160" y="208"/>
                    <a:pt x="160" y="208"/>
                  </a:cubicBezTo>
                  <a:cubicBezTo>
                    <a:pt x="159" y="208"/>
                    <a:pt x="159" y="208"/>
                    <a:pt x="159" y="208"/>
                  </a:cubicBezTo>
                  <a:cubicBezTo>
                    <a:pt x="155" y="208"/>
                    <a:pt x="150" y="206"/>
                    <a:pt x="150" y="203"/>
                  </a:cubicBezTo>
                  <a:cubicBezTo>
                    <a:pt x="150" y="203"/>
                    <a:pt x="150" y="203"/>
                    <a:pt x="150" y="203"/>
                  </a:cubicBezTo>
                  <a:cubicBezTo>
                    <a:pt x="160" y="203"/>
                    <a:pt x="160" y="203"/>
                    <a:pt x="160" y="203"/>
                  </a:cubicBezTo>
                  <a:cubicBezTo>
                    <a:pt x="165" y="203"/>
                    <a:pt x="165" y="203"/>
                    <a:pt x="165" y="203"/>
                  </a:cubicBezTo>
                  <a:cubicBezTo>
                    <a:pt x="174" y="203"/>
                    <a:pt x="174" y="203"/>
                    <a:pt x="174" y="203"/>
                  </a:cubicBezTo>
                  <a:cubicBezTo>
                    <a:pt x="174" y="203"/>
                    <a:pt x="174" y="203"/>
                    <a:pt x="174" y="203"/>
                  </a:cubicBezTo>
                  <a:cubicBezTo>
                    <a:pt x="174" y="206"/>
                    <a:pt x="170" y="208"/>
                    <a:pt x="166" y="208"/>
                  </a:cubicBezTo>
                  <a:close/>
                  <a:moveTo>
                    <a:pt x="177" y="200"/>
                  </a:moveTo>
                  <a:cubicBezTo>
                    <a:pt x="148" y="200"/>
                    <a:pt x="148" y="200"/>
                    <a:pt x="148" y="200"/>
                  </a:cubicBezTo>
                  <a:cubicBezTo>
                    <a:pt x="145" y="200"/>
                    <a:pt x="143" y="197"/>
                    <a:pt x="143" y="194"/>
                  </a:cubicBezTo>
                  <a:cubicBezTo>
                    <a:pt x="143" y="192"/>
                    <a:pt x="145" y="189"/>
                    <a:pt x="148" y="189"/>
                  </a:cubicBezTo>
                  <a:cubicBezTo>
                    <a:pt x="177" y="189"/>
                    <a:pt x="177" y="189"/>
                    <a:pt x="177" y="189"/>
                  </a:cubicBezTo>
                  <a:cubicBezTo>
                    <a:pt x="179" y="189"/>
                    <a:pt x="182" y="192"/>
                    <a:pt x="182" y="194"/>
                  </a:cubicBezTo>
                  <a:cubicBezTo>
                    <a:pt x="182" y="197"/>
                    <a:pt x="179" y="200"/>
                    <a:pt x="177" y="200"/>
                  </a:cubicBezTo>
                  <a:close/>
                  <a:moveTo>
                    <a:pt x="177" y="186"/>
                  </a:moveTo>
                  <a:cubicBezTo>
                    <a:pt x="148" y="186"/>
                    <a:pt x="148" y="186"/>
                    <a:pt x="148" y="186"/>
                  </a:cubicBezTo>
                  <a:cubicBezTo>
                    <a:pt x="145" y="186"/>
                    <a:pt x="143" y="184"/>
                    <a:pt x="143" y="181"/>
                  </a:cubicBezTo>
                  <a:cubicBezTo>
                    <a:pt x="143" y="178"/>
                    <a:pt x="145" y="176"/>
                    <a:pt x="148" y="176"/>
                  </a:cubicBezTo>
                  <a:cubicBezTo>
                    <a:pt x="177" y="176"/>
                    <a:pt x="177" y="176"/>
                    <a:pt x="177" y="176"/>
                  </a:cubicBezTo>
                  <a:cubicBezTo>
                    <a:pt x="179" y="176"/>
                    <a:pt x="182" y="178"/>
                    <a:pt x="182" y="181"/>
                  </a:cubicBezTo>
                  <a:cubicBezTo>
                    <a:pt x="182" y="184"/>
                    <a:pt x="179" y="186"/>
                    <a:pt x="177" y="186"/>
                  </a:cubicBezTo>
                  <a:close/>
                  <a:moveTo>
                    <a:pt x="191" y="145"/>
                  </a:moveTo>
                  <a:cubicBezTo>
                    <a:pt x="190" y="146"/>
                    <a:pt x="190" y="147"/>
                    <a:pt x="190" y="147"/>
                  </a:cubicBezTo>
                  <a:cubicBezTo>
                    <a:pt x="189" y="152"/>
                    <a:pt x="189" y="158"/>
                    <a:pt x="189" y="159"/>
                  </a:cubicBezTo>
                  <a:cubicBezTo>
                    <a:pt x="189" y="160"/>
                    <a:pt x="189" y="160"/>
                    <a:pt x="189" y="160"/>
                  </a:cubicBezTo>
                  <a:cubicBezTo>
                    <a:pt x="189" y="160"/>
                    <a:pt x="189" y="160"/>
                    <a:pt x="189" y="160"/>
                  </a:cubicBezTo>
                  <a:cubicBezTo>
                    <a:pt x="189" y="160"/>
                    <a:pt x="189" y="160"/>
                    <a:pt x="189" y="160"/>
                  </a:cubicBezTo>
                  <a:cubicBezTo>
                    <a:pt x="189" y="160"/>
                    <a:pt x="189" y="160"/>
                    <a:pt x="189" y="160"/>
                  </a:cubicBezTo>
                  <a:cubicBezTo>
                    <a:pt x="189" y="167"/>
                    <a:pt x="184" y="172"/>
                    <a:pt x="177" y="172"/>
                  </a:cubicBezTo>
                  <a:cubicBezTo>
                    <a:pt x="148" y="172"/>
                    <a:pt x="148" y="172"/>
                    <a:pt x="148" y="172"/>
                  </a:cubicBezTo>
                  <a:cubicBezTo>
                    <a:pt x="141" y="172"/>
                    <a:pt x="136" y="167"/>
                    <a:pt x="136" y="160"/>
                  </a:cubicBezTo>
                  <a:cubicBezTo>
                    <a:pt x="136" y="160"/>
                    <a:pt x="136" y="160"/>
                    <a:pt x="136" y="160"/>
                  </a:cubicBezTo>
                  <a:cubicBezTo>
                    <a:pt x="136" y="160"/>
                    <a:pt x="136" y="160"/>
                    <a:pt x="136" y="160"/>
                  </a:cubicBezTo>
                  <a:cubicBezTo>
                    <a:pt x="136" y="160"/>
                    <a:pt x="136" y="160"/>
                    <a:pt x="136" y="160"/>
                  </a:cubicBezTo>
                  <a:cubicBezTo>
                    <a:pt x="136" y="159"/>
                    <a:pt x="136" y="159"/>
                    <a:pt x="136" y="159"/>
                  </a:cubicBezTo>
                  <a:cubicBezTo>
                    <a:pt x="136" y="158"/>
                    <a:pt x="136" y="152"/>
                    <a:pt x="135" y="147"/>
                  </a:cubicBezTo>
                  <a:cubicBezTo>
                    <a:pt x="134" y="146"/>
                    <a:pt x="134" y="145"/>
                    <a:pt x="133" y="143"/>
                  </a:cubicBezTo>
                  <a:cubicBezTo>
                    <a:pt x="131" y="142"/>
                    <a:pt x="130" y="140"/>
                    <a:pt x="127" y="138"/>
                  </a:cubicBezTo>
                  <a:cubicBezTo>
                    <a:pt x="123" y="134"/>
                    <a:pt x="118" y="128"/>
                    <a:pt x="115" y="119"/>
                  </a:cubicBezTo>
                  <a:cubicBezTo>
                    <a:pt x="113" y="114"/>
                    <a:pt x="111" y="107"/>
                    <a:pt x="111" y="99"/>
                  </a:cubicBezTo>
                  <a:cubicBezTo>
                    <a:pt x="111" y="87"/>
                    <a:pt x="115" y="76"/>
                    <a:pt x="122" y="68"/>
                  </a:cubicBezTo>
                  <a:cubicBezTo>
                    <a:pt x="127" y="60"/>
                    <a:pt x="135" y="54"/>
                    <a:pt x="144" y="51"/>
                  </a:cubicBezTo>
                  <a:cubicBezTo>
                    <a:pt x="144" y="51"/>
                    <a:pt x="144" y="51"/>
                    <a:pt x="144" y="51"/>
                  </a:cubicBezTo>
                  <a:cubicBezTo>
                    <a:pt x="148" y="49"/>
                    <a:pt x="148" y="49"/>
                    <a:pt x="148" y="49"/>
                  </a:cubicBezTo>
                  <a:cubicBezTo>
                    <a:pt x="151" y="49"/>
                    <a:pt x="154" y="48"/>
                    <a:pt x="157" y="48"/>
                  </a:cubicBezTo>
                  <a:cubicBezTo>
                    <a:pt x="157" y="48"/>
                    <a:pt x="157" y="48"/>
                    <a:pt x="157" y="48"/>
                  </a:cubicBezTo>
                  <a:cubicBezTo>
                    <a:pt x="157" y="48"/>
                    <a:pt x="157" y="48"/>
                    <a:pt x="157" y="48"/>
                  </a:cubicBezTo>
                  <a:cubicBezTo>
                    <a:pt x="159" y="47"/>
                    <a:pt x="161" y="47"/>
                    <a:pt x="162" y="47"/>
                  </a:cubicBezTo>
                  <a:cubicBezTo>
                    <a:pt x="162" y="47"/>
                    <a:pt x="162" y="47"/>
                    <a:pt x="162" y="47"/>
                  </a:cubicBezTo>
                  <a:cubicBezTo>
                    <a:pt x="162" y="47"/>
                    <a:pt x="162" y="47"/>
                    <a:pt x="162" y="47"/>
                  </a:cubicBezTo>
                  <a:cubicBezTo>
                    <a:pt x="162" y="47"/>
                    <a:pt x="162" y="47"/>
                    <a:pt x="162" y="47"/>
                  </a:cubicBezTo>
                  <a:cubicBezTo>
                    <a:pt x="164" y="47"/>
                    <a:pt x="166" y="47"/>
                    <a:pt x="167" y="48"/>
                  </a:cubicBezTo>
                  <a:cubicBezTo>
                    <a:pt x="167" y="48"/>
                    <a:pt x="167" y="48"/>
                    <a:pt x="167" y="48"/>
                  </a:cubicBezTo>
                  <a:cubicBezTo>
                    <a:pt x="167" y="48"/>
                    <a:pt x="167" y="48"/>
                    <a:pt x="167" y="48"/>
                  </a:cubicBezTo>
                  <a:cubicBezTo>
                    <a:pt x="168" y="48"/>
                    <a:pt x="168" y="48"/>
                    <a:pt x="168" y="48"/>
                  </a:cubicBezTo>
                  <a:cubicBezTo>
                    <a:pt x="171" y="48"/>
                    <a:pt x="174" y="49"/>
                    <a:pt x="177" y="49"/>
                  </a:cubicBezTo>
                  <a:cubicBezTo>
                    <a:pt x="181" y="51"/>
                    <a:pt x="181" y="51"/>
                    <a:pt x="181" y="51"/>
                  </a:cubicBezTo>
                  <a:cubicBezTo>
                    <a:pt x="181" y="51"/>
                    <a:pt x="181" y="51"/>
                    <a:pt x="181" y="51"/>
                  </a:cubicBezTo>
                  <a:cubicBezTo>
                    <a:pt x="190" y="54"/>
                    <a:pt x="197" y="60"/>
                    <a:pt x="203" y="68"/>
                  </a:cubicBezTo>
                  <a:cubicBezTo>
                    <a:pt x="210" y="76"/>
                    <a:pt x="213" y="87"/>
                    <a:pt x="213" y="99"/>
                  </a:cubicBezTo>
                  <a:cubicBezTo>
                    <a:pt x="213" y="109"/>
                    <a:pt x="211" y="118"/>
                    <a:pt x="207" y="124"/>
                  </a:cubicBezTo>
                  <a:cubicBezTo>
                    <a:pt x="204" y="131"/>
                    <a:pt x="200" y="135"/>
                    <a:pt x="196" y="139"/>
                  </a:cubicBezTo>
                  <a:cubicBezTo>
                    <a:pt x="194" y="141"/>
                    <a:pt x="192" y="143"/>
                    <a:pt x="191" y="145"/>
                  </a:cubicBezTo>
                  <a:close/>
                  <a:moveTo>
                    <a:pt x="221" y="155"/>
                  </a:moveTo>
                  <a:cubicBezTo>
                    <a:pt x="219" y="158"/>
                    <a:pt x="216" y="158"/>
                    <a:pt x="214" y="155"/>
                  </a:cubicBezTo>
                  <a:cubicBezTo>
                    <a:pt x="203" y="145"/>
                    <a:pt x="203" y="145"/>
                    <a:pt x="203" y="145"/>
                  </a:cubicBezTo>
                  <a:cubicBezTo>
                    <a:pt x="206" y="143"/>
                    <a:pt x="208" y="140"/>
                    <a:pt x="210" y="136"/>
                  </a:cubicBezTo>
                  <a:cubicBezTo>
                    <a:pt x="221" y="147"/>
                    <a:pt x="221" y="147"/>
                    <a:pt x="221" y="147"/>
                  </a:cubicBezTo>
                  <a:cubicBezTo>
                    <a:pt x="224" y="150"/>
                    <a:pt x="224" y="153"/>
                    <a:pt x="221" y="155"/>
                  </a:cubicBezTo>
                  <a:close/>
                  <a:moveTo>
                    <a:pt x="240" y="102"/>
                  </a:moveTo>
                  <a:cubicBezTo>
                    <a:pt x="221" y="102"/>
                    <a:pt x="221" y="102"/>
                    <a:pt x="221" y="102"/>
                  </a:cubicBezTo>
                  <a:cubicBezTo>
                    <a:pt x="221" y="101"/>
                    <a:pt x="221" y="100"/>
                    <a:pt x="221" y="99"/>
                  </a:cubicBezTo>
                  <a:cubicBezTo>
                    <a:pt x="221" y="96"/>
                    <a:pt x="221" y="93"/>
                    <a:pt x="221" y="91"/>
                  </a:cubicBezTo>
                  <a:cubicBezTo>
                    <a:pt x="240" y="91"/>
                    <a:pt x="240" y="91"/>
                    <a:pt x="240" y="91"/>
                  </a:cubicBezTo>
                  <a:cubicBezTo>
                    <a:pt x="244" y="91"/>
                    <a:pt x="246" y="93"/>
                    <a:pt x="246" y="96"/>
                  </a:cubicBezTo>
                  <a:cubicBezTo>
                    <a:pt x="246" y="99"/>
                    <a:pt x="244" y="102"/>
                    <a:pt x="240" y="102"/>
                  </a:cubicBezTo>
                  <a:close/>
                </a:path>
              </a:pathLst>
            </a:custGeom>
            <a:solidFill>
              <a:srgbClr val="005C8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56" name="Google Shape;156;p36"/>
            <p:cNvSpPr/>
            <p:nvPr/>
          </p:nvSpPr>
          <p:spPr>
            <a:xfrm>
              <a:off x="3057525" y="46038"/>
              <a:ext cx="101600" cy="107950"/>
            </a:xfrm>
            <a:custGeom>
              <a:rect b="b" l="l" r="r" t="t"/>
              <a:pathLst>
                <a:path extrusionOk="0" h="45" w="42">
                  <a:moveTo>
                    <a:pt x="36" y="0"/>
                  </a:moveTo>
                  <a:cubicBezTo>
                    <a:pt x="27" y="0"/>
                    <a:pt x="20" y="3"/>
                    <a:pt x="15" y="7"/>
                  </a:cubicBezTo>
                  <a:cubicBezTo>
                    <a:pt x="11" y="10"/>
                    <a:pt x="8" y="13"/>
                    <a:pt x="6" y="17"/>
                  </a:cubicBezTo>
                  <a:cubicBezTo>
                    <a:pt x="3" y="23"/>
                    <a:pt x="1" y="28"/>
                    <a:pt x="1" y="32"/>
                  </a:cubicBezTo>
                  <a:cubicBezTo>
                    <a:pt x="0" y="37"/>
                    <a:pt x="0" y="39"/>
                    <a:pt x="0" y="40"/>
                  </a:cubicBezTo>
                  <a:cubicBezTo>
                    <a:pt x="0" y="43"/>
                    <a:pt x="2" y="45"/>
                    <a:pt x="6" y="45"/>
                  </a:cubicBezTo>
                  <a:cubicBezTo>
                    <a:pt x="9" y="45"/>
                    <a:pt x="11" y="43"/>
                    <a:pt x="11" y="40"/>
                  </a:cubicBezTo>
                  <a:cubicBezTo>
                    <a:pt x="11" y="40"/>
                    <a:pt x="11" y="40"/>
                    <a:pt x="11" y="40"/>
                  </a:cubicBezTo>
                  <a:cubicBezTo>
                    <a:pt x="11" y="39"/>
                    <a:pt x="12" y="32"/>
                    <a:pt x="15" y="25"/>
                  </a:cubicBezTo>
                  <a:cubicBezTo>
                    <a:pt x="17" y="21"/>
                    <a:pt x="19" y="18"/>
                    <a:pt x="22" y="16"/>
                  </a:cubicBezTo>
                  <a:cubicBezTo>
                    <a:pt x="26" y="13"/>
                    <a:pt x="30" y="12"/>
                    <a:pt x="36" y="11"/>
                  </a:cubicBezTo>
                  <a:cubicBezTo>
                    <a:pt x="40" y="11"/>
                    <a:pt x="42" y="9"/>
                    <a:pt x="42" y="6"/>
                  </a:cubicBezTo>
                  <a:cubicBezTo>
                    <a:pt x="42" y="2"/>
                    <a:pt x="39" y="0"/>
                    <a:pt x="36" y="0"/>
                  </a:cubicBezTo>
                  <a:close/>
                </a:path>
              </a:pathLst>
            </a:custGeom>
            <a:solidFill>
              <a:srgbClr val="005C8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37"/>
          <p:cNvSpPr txBox="1"/>
          <p:nvPr>
            <p:ph idx="10" type="dt"/>
          </p:nvPr>
        </p:nvSpPr>
        <p:spPr>
          <a:xfrm>
            <a:off x="428625" y="4469309"/>
            <a:ext cx="2000400" cy="256800"/>
          </a:xfrm>
          <a:prstGeom prst="rect">
            <a:avLst/>
          </a:prstGeom>
          <a:noFill/>
          <a:ln>
            <a:noFill/>
          </a:ln>
        </p:spPr>
        <p:txBody>
          <a:bodyPr anchorCtr="0" anchor="ctr" bIns="39275" lIns="78575" spcFirstLastPara="1" rIns="78575" wrap="square" tIns="39275">
            <a:noAutofit/>
          </a:bodyPr>
          <a:lstStyle>
            <a:lvl1pPr lvl="0" algn="l">
              <a:spcBef>
                <a:spcPts val="0"/>
              </a:spcBef>
              <a:spcAft>
                <a:spcPts val="0"/>
              </a:spcAft>
              <a:buSzPts val="1200"/>
              <a:buNone/>
              <a:defRPr sz="1200"/>
            </a:lvl1pPr>
            <a:lvl2pPr lvl="1" algn="l">
              <a:spcBef>
                <a:spcPts val="0"/>
              </a:spcBef>
              <a:spcAft>
                <a:spcPts val="0"/>
              </a:spcAft>
              <a:buSzPts val="1200"/>
              <a:buNone/>
              <a:defRPr sz="1200"/>
            </a:lvl2pPr>
            <a:lvl3pPr lvl="2" algn="l">
              <a:spcBef>
                <a:spcPts val="0"/>
              </a:spcBef>
              <a:spcAft>
                <a:spcPts val="0"/>
              </a:spcAft>
              <a:buSzPts val="1200"/>
              <a:buNone/>
              <a:defRPr sz="1200"/>
            </a:lvl3pPr>
            <a:lvl4pPr lvl="3" algn="l">
              <a:spcBef>
                <a:spcPts val="0"/>
              </a:spcBef>
              <a:spcAft>
                <a:spcPts val="0"/>
              </a:spcAft>
              <a:buSzPts val="1200"/>
              <a:buNone/>
              <a:defRPr sz="1200"/>
            </a:lvl4pPr>
            <a:lvl5pPr lvl="4" algn="l">
              <a:spcBef>
                <a:spcPts val="0"/>
              </a:spcBef>
              <a:spcAft>
                <a:spcPts val="0"/>
              </a:spcAft>
              <a:buSzPts val="1200"/>
              <a:buNone/>
              <a:defRPr sz="1200"/>
            </a:lvl5pPr>
            <a:lvl6pPr lvl="5" algn="l">
              <a:spcBef>
                <a:spcPts val="0"/>
              </a:spcBef>
              <a:spcAft>
                <a:spcPts val="0"/>
              </a:spcAft>
              <a:buSzPts val="1200"/>
              <a:buNone/>
              <a:defRPr sz="1200"/>
            </a:lvl6pPr>
            <a:lvl7pPr lvl="6" algn="l">
              <a:spcBef>
                <a:spcPts val="0"/>
              </a:spcBef>
              <a:spcAft>
                <a:spcPts val="0"/>
              </a:spcAft>
              <a:buSzPts val="1200"/>
              <a:buNone/>
              <a:defRPr sz="1200"/>
            </a:lvl7pPr>
            <a:lvl8pPr lvl="7" algn="l">
              <a:spcBef>
                <a:spcPts val="0"/>
              </a:spcBef>
              <a:spcAft>
                <a:spcPts val="0"/>
              </a:spcAft>
              <a:buSzPts val="1200"/>
              <a:buNone/>
              <a:defRPr sz="1200"/>
            </a:lvl8pPr>
            <a:lvl9pPr lvl="8" algn="l">
              <a:spcBef>
                <a:spcPts val="0"/>
              </a:spcBef>
              <a:spcAft>
                <a:spcPts val="0"/>
              </a:spcAft>
              <a:buSzPts val="1200"/>
              <a:buNone/>
              <a:defRPr sz="1200"/>
            </a:lvl9pPr>
          </a:lstStyle>
          <a:p/>
        </p:txBody>
      </p:sp>
      <p:sp>
        <p:nvSpPr>
          <p:cNvPr id="159" name="Google Shape;159;p37"/>
          <p:cNvSpPr txBox="1"/>
          <p:nvPr>
            <p:ph idx="11" type="ftr"/>
          </p:nvPr>
        </p:nvSpPr>
        <p:spPr>
          <a:xfrm>
            <a:off x="2928938" y="4469309"/>
            <a:ext cx="2714700" cy="256800"/>
          </a:xfrm>
          <a:prstGeom prst="rect">
            <a:avLst/>
          </a:prstGeom>
          <a:noFill/>
          <a:ln>
            <a:noFill/>
          </a:ln>
        </p:spPr>
        <p:txBody>
          <a:bodyPr anchorCtr="0" anchor="ctr" bIns="39275" lIns="78575" spcFirstLastPara="1" rIns="78575" wrap="square" tIns="39275">
            <a:noAutofit/>
          </a:bodyPr>
          <a:lstStyle>
            <a:lvl1pPr lvl="0" algn="ctr">
              <a:spcBef>
                <a:spcPts val="0"/>
              </a:spcBef>
              <a:spcAft>
                <a:spcPts val="0"/>
              </a:spcAft>
              <a:buSzPts val="1200"/>
              <a:buNone/>
              <a:defRPr sz="1200"/>
            </a:lvl1pPr>
            <a:lvl2pPr lvl="1" algn="l">
              <a:spcBef>
                <a:spcPts val="0"/>
              </a:spcBef>
              <a:spcAft>
                <a:spcPts val="0"/>
              </a:spcAft>
              <a:buSzPts val="1200"/>
              <a:buNone/>
              <a:defRPr sz="1200"/>
            </a:lvl2pPr>
            <a:lvl3pPr lvl="2" algn="l">
              <a:spcBef>
                <a:spcPts val="0"/>
              </a:spcBef>
              <a:spcAft>
                <a:spcPts val="0"/>
              </a:spcAft>
              <a:buSzPts val="1200"/>
              <a:buNone/>
              <a:defRPr sz="1200"/>
            </a:lvl3pPr>
            <a:lvl4pPr lvl="3" algn="l">
              <a:spcBef>
                <a:spcPts val="0"/>
              </a:spcBef>
              <a:spcAft>
                <a:spcPts val="0"/>
              </a:spcAft>
              <a:buSzPts val="1200"/>
              <a:buNone/>
              <a:defRPr sz="1200"/>
            </a:lvl4pPr>
            <a:lvl5pPr lvl="4" algn="l">
              <a:spcBef>
                <a:spcPts val="0"/>
              </a:spcBef>
              <a:spcAft>
                <a:spcPts val="0"/>
              </a:spcAft>
              <a:buSzPts val="1200"/>
              <a:buNone/>
              <a:defRPr sz="1200"/>
            </a:lvl5pPr>
            <a:lvl6pPr lvl="5" algn="l">
              <a:spcBef>
                <a:spcPts val="0"/>
              </a:spcBef>
              <a:spcAft>
                <a:spcPts val="0"/>
              </a:spcAft>
              <a:buSzPts val="1200"/>
              <a:buNone/>
              <a:defRPr sz="1200"/>
            </a:lvl6pPr>
            <a:lvl7pPr lvl="6" algn="l">
              <a:spcBef>
                <a:spcPts val="0"/>
              </a:spcBef>
              <a:spcAft>
                <a:spcPts val="0"/>
              </a:spcAft>
              <a:buSzPts val="1200"/>
              <a:buNone/>
              <a:defRPr sz="1200"/>
            </a:lvl7pPr>
            <a:lvl8pPr lvl="7" algn="l">
              <a:spcBef>
                <a:spcPts val="0"/>
              </a:spcBef>
              <a:spcAft>
                <a:spcPts val="0"/>
              </a:spcAft>
              <a:buSzPts val="1200"/>
              <a:buNone/>
              <a:defRPr sz="1200"/>
            </a:lvl8pPr>
            <a:lvl9pPr lvl="8" algn="l">
              <a:spcBef>
                <a:spcPts val="0"/>
              </a:spcBef>
              <a:spcAft>
                <a:spcPts val="0"/>
              </a:spcAft>
              <a:buSzPts val="1200"/>
              <a:buNone/>
              <a:defRPr sz="1200"/>
            </a:lvl9pPr>
          </a:lstStyle>
          <a:p/>
        </p:txBody>
      </p:sp>
      <p:sp>
        <p:nvSpPr>
          <p:cNvPr id="160" name="Google Shape;160;p37"/>
          <p:cNvSpPr txBox="1"/>
          <p:nvPr>
            <p:ph idx="12" type="sldNum"/>
          </p:nvPr>
        </p:nvSpPr>
        <p:spPr>
          <a:xfrm>
            <a:off x="6143625" y="4469309"/>
            <a:ext cx="2000400" cy="256800"/>
          </a:xfrm>
          <a:prstGeom prst="rect">
            <a:avLst/>
          </a:prstGeom>
          <a:noFill/>
          <a:ln>
            <a:noFill/>
          </a:ln>
        </p:spPr>
        <p:txBody>
          <a:bodyPr anchorCtr="0" anchor="ctr" bIns="39275" lIns="78575" spcFirstLastPara="1" rIns="78575" wrap="square" tIns="39275">
            <a:noAutofit/>
          </a:bodyPr>
          <a:lstStyle>
            <a:lvl1pPr indent="0" lvl="0" marL="0" algn="r">
              <a:spcBef>
                <a:spcPts val="0"/>
              </a:spcBef>
              <a:buNone/>
              <a:defRPr sz="1200"/>
            </a:lvl1pPr>
            <a:lvl2pPr indent="0" lvl="1" marL="0" algn="r">
              <a:spcBef>
                <a:spcPts val="0"/>
              </a:spcBef>
              <a:buNone/>
              <a:defRPr sz="1200"/>
            </a:lvl2pPr>
            <a:lvl3pPr indent="0" lvl="2" marL="0" algn="r">
              <a:spcBef>
                <a:spcPts val="0"/>
              </a:spcBef>
              <a:buNone/>
              <a:defRPr sz="1200"/>
            </a:lvl3pPr>
            <a:lvl4pPr indent="0" lvl="3" marL="0" algn="r">
              <a:spcBef>
                <a:spcPts val="0"/>
              </a:spcBef>
              <a:buNone/>
              <a:defRPr sz="1200"/>
            </a:lvl4pPr>
            <a:lvl5pPr indent="0" lvl="4" marL="0" algn="r">
              <a:spcBef>
                <a:spcPts val="0"/>
              </a:spcBef>
              <a:buNone/>
              <a:defRPr sz="1200"/>
            </a:lvl5pPr>
            <a:lvl6pPr indent="0" lvl="5" marL="0" algn="r">
              <a:spcBef>
                <a:spcPts val="0"/>
              </a:spcBef>
              <a:buNone/>
              <a:defRPr sz="1200"/>
            </a:lvl6pPr>
            <a:lvl7pPr indent="0" lvl="6" marL="0" algn="r">
              <a:spcBef>
                <a:spcPts val="0"/>
              </a:spcBef>
              <a:buNone/>
              <a:defRPr sz="1200"/>
            </a:lvl7pPr>
            <a:lvl8pPr indent="0" lvl="7" marL="0" algn="r">
              <a:spcBef>
                <a:spcPts val="0"/>
              </a:spcBef>
              <a:buNone/>
              <a:defRPr sz="1200"/>
            </a:lvl8pPr>
            <a:lvl9pPr indent="0" lvl="8" marL="0" algn="r">
              <a:spcBef>
                <a:spcPts val="0"/>
              </a:spcBef>
              <a:buNone/>
              <a:defRPr sz="12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61" name="Shape 161"/>
        <p:cNvGrpSpPr/>
        <p:nvPr/>
      </p:nvGrpSpPr>
      <p:grpSpPr>
        <a:xfrm>
          <a:off x="0" y="0"/>
          <a:ext cx="0" cy="0"/>
          <a:chOff x="0" y="0"/>
          <a:chExt cx="0" cy="0"/>
        </a:xfrm>
      </p:grpSpPr>
      <p:pic>
        <p:nvPicPr>
          <p:cNvPr id="162" name="Google Shape;162;p38"/>
          <p:cNvPicPr preferRelativeResize="0"/>
          <p:nvPr/>
        </p:nvPicPr>
        <p:blipFill rotWithShape="1">
          <a:blip r:embed="rId2">
            <a:alphaModFix/>
          </a:blip>
          <a:srcRect b="0" l="0" r="0" t="0"/>
          <a:stretch/>
        </p:blipFill>
        <p:spPr>
          <a:xfrm>
            <a:off x="124307" y="4776842"/>
            <a:ext cx="973844" cy="32226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Navy Abstract Image " showMasterSp="0">
  <p:cSld name="2_Title Navy Abstract Image ">
    <p:bg>
      <p:bgPr>
        <a:solidFill>
          <a:srgbClr val="191C33"/>
        </a:solidFill>
      </p:bgPr>
    </p:bg>
    <p:spTree>
      <p:nvGrpSpPr>
        <p:cNvPr id="173" name="Shape 173"/>
        <p:cNvGrpSpPr/>
        <p:nvPr/>
      </p:nvGrpSpPr>
      <p:grpSpPr>
        <a:xfrm>
          <a:off x="0" y="0"/>
          <a:ext cx="0" cy="0"/>
          <a:chOff x="0" y="0"/>
          <a:chExt cx="0" cy="0"/>
        </a:xfrm>
      </p:grpSpPr>
      <p:sp>
        <p:nvSpPr>
          <p:cNvPr id="174" name="Google Shape;174;p40"/>
          <p:cNvSpPr txBox="1"/>
          <p:nvPr>
            <p:ph idx="1" type="body"/>
          </p:nvPr>
        </p:nvSpPr>
        <p:spPr>
          <a:xfrm>
            <a:off x="423056" y="1221717"/>
            <a:ext cx="4650000" cy="1447200"/>
          </a:xfrm>
          <a:prstGeom prst="rect">
            <a:avLst/>
          </a:prstGeom>
          <a:noFill/>
          <a:ln>
            <a:noFill/>
          </a:ln>
        </p:spPr>
        <p:txBody>
          <a:bodyPr anchorCtr="0" anchor="b" bIns="0" lIns="0" spcFirstLastPara="1" rIns="0" wrap="square" tIns="0">
            <a:noAutofit/>
          </a:bodyPr>
          <a:lstStyle>
            <a:lvl1pPr indent="-228600" lvl="0" marL="457200" algn="l">
              <a:lnSpc>
                <a:spcPct val="85000"/>
              </a:lnSpc>
              <a:spcBef>
                <a:spcPts val="900"/>
              </a:spcBef>
              <a:spcAft>
                <a:spcPts val="0"/>
              </a:spcAft>
              <a:buSzPts val="3000"/>
              <a:buNone/>
              <a:defRPr b="0" i="0" sz="3000" cap="none">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75" name="Google Shape;175;p40"/>
          <p:cNvSpPr txBox="1"/>
          <p:nvPr>
            <p:ph idx="2" type="body"/>
          </p:nvPr>
        </p:nvSpPr>
        <p:spPr>
          <a:xfrm>
            <a:off x="423056" y="3407627"/>
            <a:ext cx="4650000" cy="166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0"/>
              </a:spcBef>
              <a:spcAft>
                <a:spcPts val="0"/>
              </a:spcAft>
              <a:buSzPts val="1200"/>
              <a:buNone/>
              <a:defRPr b="0" i="0" sz="1200">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cxnSp>
        <p:nvCxnSpPr>
          <p:cNvPr id="176" name="Google Shape;176;p40"/>
          <p:cNvCxnSpPr/>
          <p:nvPr/>
        </p:nvCxnSpPr>
        <p:spPr>
          <a:xfrm>
            <a:off x="423055" y="3228274"/>
            <a:ext cx="542400" cy="0"/>
          </a:xfrm>
          <a:prstGeom prst="straightConnector1">
            <a:avLst/>
          </a:prstGeom>
          <a:noFill/>
          <a:ln cap="flat" cmpd="sng" w="35725">
            <a:solidFill>
              <a:srgbClr val="005C8A"/>
            </a:solidFill>
            <a:prstDash val="solid"/>
            <a:round/>
            <a:headEnd len="sm" w="sm" type="none"/>
            <a:tailEnd len="sm" w="sm" type="none"/>
          </a:ln>
        </p:spPr>
      </p:cxnSp>
      <p:sp>
        <p:nvSpPr>
          <p:cNvPr id="177" name="Google Shape;177;p40"/>
          <p:cNvSpPr txBox="1"/>
          <p:nvPr>
            <p:ph idx="3" type="body"/>
          </p:nvPr>
        </p:nvSpPr>
        <p:spPr>
          <a:xfrm>
            <a:off x="423056" y="2848316"/>
            <a:ext cx="4650000" cy="166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0"/>
              </a:spcBef>
              <a:spcAft>
                <a:spcPts val="0"/>
              </a:spcAft>
              <a:buSzPts val="1200"/>
              <a:buNone/>
              <a:defRPr b="0" i="0" sz="1200">
                <a:solidFill>
                  <a:schemeClr val="lt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78" name="Google Shape;178;p40"/>
          <p:cNvSpPr txBox="1"/>
          <p:nvPr/>
        </p:nvSpPr>
        <p:spPr>
          <a:xfrm>
            <a:off x="423056" y="4972050"/>
            <a:ext cx="5490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600">
                <a:solidFill>
                  <a:srgbClr val="F2F2F2"/>
                </a:solidFill>
                <a:latin typeface="Arial"/>
                <a:ea typeface="Arial"/>
                <a:cs typeface="Arial"/>
                <a:sym typeface="Arial"/>
              </a:rPr>
              <a:t>Broadcom Proprietary and Confidential.  Copyright © 2023 Broadcom.  All Rights Reserved. The term “Broadcom” refers to Broadcom Inc. and/or its subsidiaries.</a:t>
            </a:r>
            <a:endParaRPr sz="1100"/>
          </a:p>
        </p:txBody>
      </p:sp>
      <p:pic>
        <p:nvPicPr>
          <p:cNvPr id="179" name="Google Shape;179;p40"/>
          <p:cNvPicPr preferRelativeResize="0"/>
          <p:nvPr/>
        </p:nvPicPr>
        <p:blipFill rotWithShape="1">
          <a:blip r:embed="rId2">
            <a:alphaModFix/>
          </a:blip>
          <a:srcRect b="3131" l="5046" r="55711" t="3121"/>
          <a:stretch/>
        </p:blipFill>
        <p:spPr>
          <a:xfrm>
            <a:off x="5322477" y="1"/>
            <a:ext cx="3827521" cy="5143495"/>
          </a:xfrm>
          <a:custGeom>
            <a:rect b="b" l="l" r="r" t="t"/>
            <a:pathLst>
              <a:path extrusionOk="0" h="6857994" w="5103362">
                <a:moveTo>
                  <a:pt x="2031254" y="6795239"/>
                </a:moveTo>
                <a:cubicBezTo>
                  <a:pt x="2046658" y="6795421"/>
                  <a:pt x="2061978" y="6801557"/>
                  <a:pt x="2073239" y="6813605"/>
                </a:cubicBezTo>
                <a:cubicBezTo>
                  <a:pt x="2084220" y="6825373"/>
                  <a:pt x="2089486" y="6840370"/>
                  <a:pt x="2089114" y="6855226"/>
                </a:cubicBezTo>
                <a:lnTo>
                  <a:pt x="2088507" y="6857993"/>
                </a:lnTo>
                <a:lnTo>
                  <a:pt x="1972722" y="6857993"/>
                </a:lnTo>
                <a:lnTo>
                  <a:pt x="1971905" y="6853794"/>
                </a:lnTo>
                <a:cubicBezTo>
                  <a:pt x="1971884" y="6838909"/>
                  <a:pt x="1977500" y="6824024"/>
                  <a:pt x="1988762" y="6812595"/>
                </a:cubicBezTo>
                <a:cubicBezTo>
                  <a:pt x="2000361" y="6800827"/>
                  <a:pt x="2015850" y="6795056"/>
                  <a:pt x="2031254" y="6795239"/>
                </a:cubicBezTo>
                <a:close/>
                <a:moveTo>
                  <a:pt x="2603619" y="6753057"/>
                </a:moveTo>
                <a:cubicBezTo>
                  <a:pt x="2630082" y="6753239"/>
                  <a:pt x="2656383" y="6763532"/>
                  <a:pt x="2676042" y="6783894"/>
                </a:cubicBezTo>
                <a:cubicBezTo>
                  <a:pt x="2695224" y="6803749"/>
                  <a:pt x="2704744" y="6830022"/>
                  <a:pt x="2704639" y="6856246"/>
                </a:cubicBezTo>
                <a:lnTo>
                  <a:pt x="2704304" y="6857994"/>
                </a:lnTo>
                <a:lnTo>
                  <a:pt x="2499649" y="6857994"/>
                </a:lnTo>
                <a:lnTo>
                  <a:pt x="2499152" y="6855466"/>
                </a:lnTo>
                <a:cubicBezTo>
                  <a:pt x="2499251" y="6829361"/>
                  <a:pt x="2509614" y="6803271"/>
                  <a:pt x="2530228" y="6782883"/>
                </a:cubicBezTo>
                <a:cubicBezTo>
                  <a:pt x="2550532" y="6762802"/>
                  <a:pt x="2577156" y="6752874"/>
                  <a:pt x="2603619" y="6753057"/>
                </a:cubicBezTo>
                <a:close/>
                <a:moveTo>
                  <a:pt x="3173794" y="6722059"/>
                </a:moveTo>
                <a:cubicBezTo>
                  <a:pt x="3207874" y="6722487"/>
                  <a:pt x="3241772" y="6735700"/>
                  <a:pt x="3267104" y="6761594"/>
                </a:cubicBezTo>
                <a:cubicBezTo>
                  <a:pt x="3292800" y="6787881"/>
                  <a:pt x="3305438" y="6822762"/>
                  <a:pt x="3305095" y="6857411"/>
                </a:cubicBezTo>
                <a:lnTo>
                  <a:pt x="3304977" y="6857994"/>
                </a:lnTo>
                <a:lnTo>
                  <a:pt x="3038523" y="6857994"/>
                </a:lnTo>
                <a:lnTo>
                  <a:pt x="3037725" y="6853487"/>
                </a:lnTo>
                <a:cubicBezTo>
                  <a:pt x="3038428" y="6819392"/>
                  <a:pt x="3052372" y="6785410"/>
                  <a:pt x="3079388" y="6759236"/>
                </a:cubicBezTo>
                <a:cubicBezTo>
                  <a:pt x="3105450" y="6733988"/>
                  <a:pt x="3139713" y="6721631"/>
                  <a:pt x="3173794" y="6722059"/>
                </a:cubicBezTo>
                <a:close/>
                <a:moveTo>
                  <a:pt x="4889120" y="6704232"/>
                </a:moveTo>
                <a:cubicBezTo>
                  <a:pt x="4928038" y="6704780"/>
                  <a:pt x="4966878" y="6720311"/>
                  <a:pt x="4996535" y="6750698"/>
                </a:cubicBezTo>
                <a:cubicBezTo>
                  <a:pt x="5025742" y="6780607"/>
                  <a:pt x="5040066" y="6818999"/>
                  <a:pt x="5039609" y="6857313"/>
                </a:cubicBezTo>
                <a:lnTo>
                  <a:pt x="5039467" y="6857994"/>
                </a:lnTo>
                <a:lnTo>
                  <a:pt x="4736963" y="6857994"/>
                </a:lnTo>
                <a:lnTo>
                  <a:pt x="4736482" y="6855467"/>
                </a:lnTo>
                <a:cubicBezTo>
                  <a:pt x="4736573" y="6816204"/>
                  <a:pt x="4751500" y="6776984"/>
                  <a:pt x="4781242" y="6747664"/>
                </a:cubicBezTo>
                <a:cubicBezTo>
                  <a:pt x="4811207" y="6718119"/>
                  <a:pt x="4850202" y="6703684"/>
                  <a:pt x="4889120" y="6704232"/>
                </a:cubicBezTo>
                <a:close/>
                <a:moveTo>
                  <a:pt x="3744186" y="6703600"/>
                </a:moveTo>
                <a:cubicBezTo>
                  <a:pt x="3783097" y="6703263"/>
                  <a:pt x="3822078" y="6717810"/>
                  <a:pt x="3851987" y="6747327"/>
                </a:cubicBezTo>
                <a:cubicBezTo>
                  <a:pt x="3881812" y="6776759"/>
                  <a:pt x="3896894" y="6815754"/>
                  <a:pt x="3897175" y="6854827"/>
                </a:cubicBezTo>
                <a:lnTo>
                  <a:pt x="3896586" y="6857993"/>
                </a:lnTo>
                <a:lnTo>
                  <a:pt x="3592863" y="6857993"/>
                </a:lnTo>
                <a:lnTo>
                  <a:pt x="3592643" y="6856919"/>
                </a:lnTo>
                <a:cubicBezTo>
                  <a:pt x="3592362" y="6818183"/>
                  <a:pt x="3607064" y="6779342"/>
                  <a:pt x="3636805" y="6749180"/>
                </a:cubicBezTo>
                <a:cubicBezTo>
                  <a:pt x="3666434" y="6719158"/>
                  <a:pt x="3705275" y="6703936"/>
                  <a:pt x="3744186" y="6703600"/>
                </a:cubicBezTo>
                <a:close/>
                <a:moveTo>
                  <a:pt x="4313841" y="6698327"/>
                </a:moveTo>
                <a:cubicBezTo>
                  <a:pt x="4353784" y="6698333"/>
                  <a:pt x="4393762" y="6713485"/>
                  <a:pt x="4424514" y="6743788"/>
                </a:cubicBezTo>
                <a:cubicBezTo>
                  <a:pt x="4455912" y="6774737"/>
                  <a:pt x="4471780" y="6814786"/>
                  <a:pt x="4472046" y="6854905"/>
                </a:cubicBezTo>
                <a:lnTo>
                  <a:pt x="4471455" y="6857993"/>
                </a:lnTo>
                <a:lnTo>
                  <a:pt x="4157523" y="6857993"/>
                </a:lnTo>
                <a:lnTo>
                  <a:pt x="4157032" y="6855410"/>
                </a:lnTo>
                <a:cubicBezTo>
                  <a:pt x="4157137" y="6814771"/>
                  <a:pt x="4172598" y="6774175"/>
                  <a:pt x="4203378" y="6743732"/>
                </a:cubicBezTo>
                <a:cubicBezTo>
                  <a:pt x="4233990" y="6713457"/>
                  <a:pt x="4273898" y="6698319"/>
                  <a:pt x="4313841" y="6698327"/>
                </a:cubicBezTo>
                <a:close/>
                <a:moveTo>
                  <a:pt x="1746205" y="6500887"/>
                </a:moveTo>
                <a:cubicBezTo>
                  <a:pt x="1763807" y="6501210"/>
                  <a:pt x="1781360" y="6508245"/>
                  <a:pt x="1794587" y="6521922"/>
                </a:cubicBezTo>
                <a:cubicBezTo>
                  <a:pt x="1821324" y="6549556"/>
                  <a:pt x="1820368" y="6591683"/>
                  <a:pt x="1792284" y="6618476"/>
                </a:cubicBezTo>
                <a:cubicBezTo>
                  <a:pt x="1765829" y="6643807"/>
                  <a:pt x="1723029" y="6643471"/>
                  <a:pt x="1697247" y="6617746"/>
                </a:cubicBezTo>
                <a:cubicBezTo>
                  <a:pt x="1671130" y="6591683"/>
                  <a:pt x="1671242" y="6545962"/>
                  <a:pt x="1697529" y="6520124"/>
                </a:cubicBezTo>
                <a:cubicBezTo>
                  <a:pt x="1710952" y="6506952"/>
                  <a:pt x="1728603" y="6500564"/>
                  <a:pt x="1746205" y="6500887"/>
                </a:cubicBezTo>
                <a:close/>
                <a:moveTo>
                  <a:pt x="2317497" y="6452738"/>
                </a:moveTo>
                <a:cubicBezTo>
                  <a:pt x="2347624" y="6452780"/>
                  <a:pt x="2377731" y="6464350"/>
                  <a:pt x="2400816" y="6487436"/>
                </a:cubicBezTo>
                <a:cubicBezTo>
                  <a:pt x="2447772" y="6534392"/>
                  <a:pt x="2447266" y="6609939"/>
                  <a:pt x="2399580" y="6656278"/>
                </a:cubicBezTo>
                <a:cubicBezTo>
                  <a:pt x="2353072" y="6701438"/>
                  <a:pt x="2278256" y="6700427"/>
                  <a:pt x="2232646" y="6653976"/>
                </a:cubicBezTo>
                <a:cubicBezTo>
                  <a:pt x="2187038" y="6607524"/>
                  <a:pt x="2187655" y="6533156"/>
                  <a:pt x="2234051" y="6487210"/>
                </a:cubicBezTo>
                <a:cubicBezTo>
                  <a:pt x="2257220" y="6464181"/>
                  <a:pt x="2287369" y="6452695"/>
                  <a:pt x="2317497" y="6452738"/>
                </a:cubicBezTo>
                <a:close/>
                <a:moveTo>
                  <a:pt x="2890563" y="6414101"/>
                </a:moveTo>
                <a:cubicBezTo>
                  <a:pt x="2930457" y="6414416"/>
                  <a:pt x="2970196" y="6430143"/>
                  <a:pt x="3000303" y="6461204"/>
                </a:cubicBezTo>
                <a:cubicBezTo>
                  <a:pt x="3059280" y="6522092"/>
                  <a:pt x="3057819" y="6620723"/>
                  <a:pt x="2997157" y="6680038"/>
                </a:cubicBezTo>
                <a:cubicBezTo>
                  <a:pt x="2936215" y="6739633"/>
                  <a:pt x="2838931" y="6738453"/>
                  <a:pt x="2778718" y="6677454"/>
                </a:cubicBezTo>
                <a:cubicBezTo>
                  <a:pt x="2718336" y="6616230"/>
                  <a:pt x="2718842" y="6520238"/>
                  <a:pt x="2779896" y="6459463"/>
                </a:cubicBezTo>
                <a:cubicBezTo>
                  <a:pt x="2810621" y="6428879"/>
                  <a:pt x="2850670" y="6413784"/>
                  <a:pt x="2890563" y="6414101"/>
                </a:cubicBezTo>
                <a:close/>
                <a:moveTo>
                  <a:pt x="5103362" y="6409638"/>
                </a:moveTo>
                <a:lnTo>
                  <a:pt x="5103362" y="6733153"/>
                </a:lnTo>
                <a:lnTo>
                  <a:pt x="5047199" y="6695652"/>
                </a:lnTo>
                <a:cubicBezTo>
                  <a:pt x="4979011" y="6626622"/>
                  <a:pt x="4979404" y="6515294"/>
                  <a:pt x="5048098" y="6446545"/>
                </a:cubicBezTo>
                <a:close/>
                <a:moveTo>
                  <a:pt x="3457642" y="6392116"/>
                </a:moveTo>
                <a:cubicBezTo>
                  <a:pt x="3502746" y="6392172"/>
                  <a:pt x="3547863" y="6409332"/>
                  <a:pt x="3582322" y="6443567"/>
                </a:cubicBezTo>
                <a:cubicBezTo>
                  <a:pt x="3652758" y="6513496"/>
                  <a:pt x="3652926" y="6624204"/>
                  <a:pt x="3582659" y="6694247"/>
                </a:cubicBezTo>
                <a:cubicBezTo>
                  <a:pt x="3513796" y="6762886"/>
                  <a:pt x="3402470" y="6763335"/>
                  <a:pt x="3333383" y="6695202"/>
                </a:cubicBezTo>
                <a:cubicBezTo>
                  <a:pt x="3264183" y="6626957"/>
                  <a:pt x="3264015" y="6511811"/>
                  <a:pt x="3333045" y="6443286"/>
                </a:cubicBezTo>
                <a:cubicBezTo>
                  <a:pt x="3367448" y="6409107"/>
                  <a:pt x="3412538" y="6392060"/>
                  <a:pt x="3457642" y="6392116"/>
                </a:cubicBezTo>
                <a:close/>
                <a:moveTo>
                  <a:pt x="1462266" y="6211739"/>
                </a:moveTo>
                <a:cubicBezTo>
                  <a:pt x="1480844" y="6212055"/>
                  <a:pt x="1499310" y="6219427"/>
                  <a:pt x="1513240" y="6233778"/>
                </a:cubicBezTo>
                <a:cubicBezTo>
                  <a:pt x="1541098" y="6262536"/>
                  <a:pt x="1540257" y="6308202"/>
                  <a:pt x="1511329" y="6336286"/>
                </a:cubicBezTo>
                <a:cubicBezTo>
                  <a:pt x="1482290" y="6364426"/>
                  <a:pt x="1437074" y="6363697"/>
                  <a:pt x="1408990" y="6334545"/>
                </a:cubicBezTo>
                <a:cubicBezTo>
                  <a:pt x="1381074" y="6305617"/>
                  <a:pt x="1381804" y="6259785"/>
                  <a:pt x="1410619" y="6232037"/>
                </a:cubicBezTo>
                <a:cubicBezTo>
                  <a:pt x="1424998" y="6218163"/>
                  <a:pt x="1443688" y="6211423"/>
                  <a:pt x="1462266" y="6211739"/>
                </a:cubicBezTo>
                <a:close/>
                <a:moveTo>
                  <a:pt x="2031534" y="6155936"/>
                </a:moveTo>
                <a:cubicBezTo>
                  <a:pt x="2064210" y="6156238"/>
                  <a:pt x="2096830" y="6169268"/>
                  <a:pt x="2122106" y="6194965"/>
                </a:cubicBezTo>
                <a:cubicBezTo>
                  <a:pt x="2171085" y="6244843"/>
                  <a:pt x="2171029" y="6325390"/>
                  <a:pt x="2121994" y="6374986"/>
                </a:cubicBezTo>
                <a:cubicBezTo>
                  <a:pt x="2072622" y="6424863"/>
                  <a:pt x="1989044" y="6425032"/>
                  <a:pt x="1939390" y="6375324"/>
                </a:cubicBezTo>
                <a:cubicBezTo>
                  <a:pt x="1889400" y="6325276"/>
                  <a:pt x="1889962" y="6243438"/>
                  <a:pt x="1940625" y="6193280"/>
                </a:cubicBezTo>
                <a:cubicBezTo>
                  <a:pt x="1966126" y="6168061"/>
                  <a:pt x="1998858" y="6155634"/>
                  <a:pt x="2031534" y="6155936"/>
                </a:cubicBezTo>
                <a:close/>
                <a:moveTo>
                  <a:pt x="2604728" y="6115515"/>
                </a:moveTo>
                <a:cubicBezTo>
                  <a:pt x="2647606" y="6115725"/>
                  <a:pt x="2690448" y="6132562"/>
                  <a:pt x="2723616" y="6165982"/>
                </a:cubicBezTo>
                <a:cubicBezTo>
                  <a:pt x="2789277" y="6232149"/>
                  <a:pt x="2789053" y="6339262"/>
                  <a:pt x="2722998" y="6404529"/>
                </a:cubicBezTo>
                <a:cubicBezTo>
                  <a:pt x="2657169" y="6469573"/>
                  <a:pt x="2548931" y="6469011"/>
                  <a:pt x="2483889" y="6403350"/>
                </a:cubicBezTo>
                <a:cubicBezTo>
                  <a:pt x="2418452" y="6337240"/>
                  <a:pt x="2419239" y="6230744"/>
                  <a:pt x="2485629" y="6164801"/>
                </a:cubicBezTo>
                <a:cubicBezTo>
                  <a:pt x="2518938" y="6131718"/>
                  <a:pt x="2561850" y="6115304"/>
                  <a:pt x="2604728" y="6115515"/>
                </a:cubicBezTo>
                <a:close/>
                <a:moveTo>
                  <a:pt x="4284149" y="6001015"/>
                </a:moveTo>
                <a:cubicBezTo>
                  <a:pt x="4280667" y="6025335"/>
                  <a:pt x="4277465" y="6047634"/>
                  <a:pt x="4275050" y="6064765"/>
                </a:cubicBezTo>
                <a:cubicBezTo>
                  <a:pt x="4302628" y="6065552"/>
                  <a:pt x="4330601" y="6066338"/>
                  <a:pt x="4358292" y="6067180"/>
                </a:cubicBezTo>
                <a:cubicBezTo>
                  <a:pt x="4355427" y="6047354"/>
                  <a:pt x="4352225" y="6024999"/>
                  <a:pt x="4349585" y="6006182"/>
                </a:cubicBezTo>
                <a:cubicBezTo>
                  <a:pt x="4325938" y="6004329"/>
                  <a:pt x="4304706" y="6002644"/>
                  <a:pt x="4284149" y="6001015"/>
                </a:cubicBezTo>
                <a:close/>
                <a:moveTo>
                  <a:pt x="4935649" y="5996465"/>
                </a:moveTo>
                <a:cubicBezTo>
                  <a:pt x="4908574" y="5997251"/>
                  <a:pt x="4880716" y="5998038"/>
                  <a:pt x="4854260" y="5998768"/>
                </a:cubicBezTo>
                <a:cubicBezTo>
                  <a:pt x="4849935" y="6026178"/>
                  <a:pt x="4845891" y="6051398"/>
                  <a:pt x="4841736" y="6077796"/>
                </a:cubicBezTo>
                <a:cubicBezTo>
                  <a:pt x="4860214" y="6077178"/>
                  <a:pt x="4879030" y="6075325"/>
                  <a:pt x="4897734" y="6076224"/>
                </a:cubicBezTo>
                <a:cubicBezTo>
                  <a:pt x="4915934" y="6077122"/>
                  <a:pt x="4934020" y="6080830"/>
                  <a:pt x="4951656" y="6083246"/>
                </a:cubicBezTo>
                <a:cubicBezTo>
                  <a:pt x="4946096" y="6053251"/>
                  <a:pt x="4940984" y="6025391"/>
                  <a:pt x="4935649" y="5996465"/>
                </a:cubicBezTo>
                <a:close/>
                <a:moveTo>
                  <a:pt x="3695332" y="5996241"/>
                </a:moveTo>
                <a:cubicBezTo>
                  <a:pt x="3690222" y="6025447"/>
                  <a:pt x="3685166" y="6054149"/>
                  <a:pt x="3680167" y="6082909"/>
                </a:cubicBezTo>
                <a:cubicBezTo>
                  <a:pt x="3698760" y="6080548"/>
                  <a:pt x="3717352" y="6076842"/>
                  <a:pt x="3736112" y="6076112"/>
                </a:cubicBezTo>
                <a:cubicBezTo>
                  <a:pt x="3754591" y="6075381"/>
                  <a:pt x="3773183" y="6077629"/>
                  <a:pt x="3791382" y="6078527"/>
                </a:cubicBezTo>
                <a:cubicBezTo>
                  <a:pt x="3787001" y="6050949"/>
                  <a:pt x="3782957" y="6024943"/>
                  <a:pt x="3778800" y="5998656"/>
                </a:cubicBezTo>
                <a:cubicBezTo>
                  <a:pt x="3750772" y="5997812"/>
                  <a:pt x="3722687" y="5997027"/>
                  <a:pt x="3695332" y="5996241"/>
                </a:cubicBezTo>
                <a:close/>
                <a:moveTo>
                  <a:pt x="3091352" y="5960236"/>
                </a:moveTo>
                <a:cubicBezTo>
                  <a:pt x="3102362" y="6021571"/>
                  <a:pt x="3087476" y="6078807"/>
                  <a:pt x="3050237" y="6130990"/>
                </a:cubicBezTo>
                <a:cubicBezTo>
                  <a:pt x="3110056" y="6089367"/>
                  <a:pt x="3173920" y="6078865"/>
                  <a:pt x="3244018" y="6102230"/>
                </a:cubicBezTo>
                <a:cubicBezTo>
                  <a:pt x="3237840" y="6077853"/>
                  <a:pt x="3230482" y="6056228"/>
                  <a:pt x="3227280" y="6034042"/>
                </a:cubicBezTo>
                <a:cubicBezTo>
                  <a:pt x="3223966" y="6011181"/>
                  <a:pt x="3224584" y="5987760"/>
                  <a:pt x="3223686" y="5968774"/>
                </a:cubicBezTo>
                <a:cubicBezTo>
                  <a:pt x="3178638" y="5965852"/>
                  <a:pt x="3135501" y="5963101"/>
                  <a:pt x="3091352" y="5960236"/>
                </a:cubicBezTo>
                <a:close/>
                <a:moveTo>
                  <a:pt x="1174059" y="5929316"/>
                </a:moveTo>
                <a:cubicBezTo>
                  <a:pt x="1191394" y="5929245"/>
                  <a:pt x="1208751" y="5936028"/>
                  <a:pt x="1222400" y="5949677"/>
                </a:cubicBezTo>
                <a:cubicBezTo>
                  <a:pt x="1249248" y="5976526"/>
                  <a:pt x="1249191" y="6020674"/>
                  <a:pt x="1222286" y="6046737"/>
                </a:cubicBezTo>
                <a:cubicBezTo>
                  <a:pt x="1196336" y="6071899"/>
                  <a:pt x="1152974" y="6072069"/>
                  <a:pt x="1126743" y="6047129"/>
                </a:cubicBezTo>
                <a:cubicBezTo>
                  <a:pt x="1099614" y="6021347"/>
                  <a:pt x="1099221" y="5977030"/>
                  <a:pt x="1125846" y="5950069"/>
                </a:cubicBezTo>
                <a:cubicBezTo>
                  <a:pt x="1139410" y="5936308"/>
                  <a:pt x="1156724" y="5929385"/>
                  <a:pt x="1174059" y="5929316"/>
                </a:cubicBezTo>
                <a:close/>
                <a:moveTo>
                  <a:pt x="1746136" y="5868127"/>
                </a:moveTo>
                <a:cubicBezTo>
                  <a:pt x="1779549" y="5868007"/>
                  <a:pt x="1812956" y="5880561"/>
                  <a:pt x="1838512" y="5905809"/>
                </a:cubicBezTo>
                <a:cubicBezTo>
                  <a:pt x="1889962" y="5956642"/>
                  <a:pt x="1889962" y="6042356"/>
                  <a:pt x="1838568" y="6093244"/>
                </a:cubicBezTo>
                <a:cubicBezTo>
                  <a:pt x="1787511" y="6143796"/>
                  <a:pt x="1704887" y="6143572"/>
                  <a:pt x="1653716" y="6092738"/>
                </a:cubicBezTo>
                <a:cubicBezTo>
                  <a:pt x="1601031" y="6040390"/>
                  <a:pt x="1601031" y="5958833"/>
                  <a:pt x="1653716" y="5906483"/>
                </a:cubicBezTo>
                <a:cubicBezTo>
                  <a:pt x="1679302" y="5881039"/>
                  <a:pt x="1712722" y="5868246"/>
                  <a:pt x="1746136" y="5868127"/>
                </a:cubicBezTo>
                <a:close/>
                <a:moveTo>
                  <a:pt x="2317419" y="5820728"/>
                </a:moveTo>
                <a:cubicBezTo>
                  <a:pt x="2362775" y="5820756"/>
                  <a:pt x="2408118" y="5837733"/>
                  <a:pt x="2442324" y="5871659"/>
                </a:cubicBezTo>
                <a:cubicBezTo>
                  <a:pt x="2511860" y="5940577"/>
                  <a:pt x="2511468" y="6053419"/>
                  <a:pt x="2441537" y="6122956"/>
                </a:cubicBezTo>
                <a:cubicBezTo>
                  <a:pt x="2372170" y="6191932"/>
                  <a:pt x="2262191" y="6191820"/>
                  <a:pt x="2192878" y="6122788"/>
                </a:cubicBezTo>
                <a:cubicBezTo>
                  <a:pt x="2123005" y="6053251"/>
                  <a:pt x="2122837" y="5940296"/>
                  <a:pt x="2192430" y="5871489"/>
                </a:cubicBezTo>
                <a:cubicBezTo>
                  <a:pt x="2226692" y="5837620"/>
                  <a:pt x="2272062" y="5820699"/>
                  <a:pt x="2317419" y="5820728"/>
                </a:cubicBezTo>
                <a:close/>
                <a:moveTo>
                  <a:pt x="3427914" y="5712926"/>
                </a:moveTo>
                <a:cubicBezTo>
                  <a:pt x="3426005" y="5731124"/>
                  <a:pt x="3424208" y="5747918"/>
                  <a:pt x="3422073" y="5767521"/>
                </a:cubicBezTo>
                <a:cubicBezTo>
                  <a:pt x="3437576" y="5766342"/>
                  <a:pt x="3449652" y="5765443"/>
                  <a:pt x="3463188" y="5764433"/>
                </a:cubicBezTo>
                <a:cubicBezTo>
                  <a:pt x="3461503" y="5746852"/>
                  <a:pt x="3459930" y="5731012"/>
                  <a:pt x="3458301" y="5714217"/>
                </a:cubicBezTo>
                <a:cubicBezTo>
                  <a:pt x="3447573" y="5713769"/>
                  <a:pt x="3438250" y="5713375"/>
                  <a:pt x="3427914" y="5712926"/>
                </a:cubicBezTo>
                <a:close/>
                <a:moveTo>
                  <a:pt x="2816968" y="5690514"/>
                </a:moveTo>
                <a:cubicBezTo>
                  <a:pt x="2820732" y="5732866"/>
                  <a:pt x="2813149" y="5773138"/>
                  <a:pt x="2791917" y="5816894"/>
                </a:cubicBezTo>
                <a:cubicBezTo>
                  <a:pt x="2839380" y="5794988"/>
                  <a:pt x="2883752" y="5788809"/>
                  <a:pt x="2930204" y="5797516"/>
                </a:cubicBezTo>
                <a:cubicBezTo>
                  <a:pt x="2925935" y="5762130"/>
                  <a:pt x="2921948" y="5728933"/>
                  <a:pt x="2918127" y="5697086"/>
                </a:cubicBezTo>
                <a:cubicBezTo>
                  <a:pt x="2885663" y="5695064"/>
                  <a:pt x="2853647" y="5692930"/>
                  <a:pt x="2816968" y="5690514"/>
                </a:cubicBezTo>
                <a:close/>
                <a:moveTo>
                  <a:pt x="889713" y="5654272"/>
                </a:moveTo>
                <a:cubicBezTo>
                  <a:pt x="905060" y="5654244"/>
                  <a:pt x="920380" y="5660183"/>
                  <a:pt x="931837" y="5672091"/>
                </a:cubicBezTo>
                <a:cubicBezTo>
                  <a:pt x="953970" y="5695064"/>
                  <a:pt x="953464" y="5732249"/>
                  <a:pt x="930771" y="5754602"/>
                </a:cubicBezTo>
                <a:cubicBezTo>
                  <a:pt x="907910" y="5777127"/>
                  <a:pt x="871232" y="5777070"/>
                  <a:pt x="848428" y="5754546"/>
                </a:cubicBezTo>
                <a:cubicBezTo>
                  <a:pt x="825623" y="5732023"/>
                  <a:pt x="825176" y="5695232"/>
                  <a:pt x="847417" y="5672260"/>
                </a:cubicBezTo>
                <a:cubicBezTo>
                  <a:pt x="858988" y="5660296"/>
                  <a:pt x="874365" y="5654300"/>
                  <a:pt x="889713" y="5654272"/>
                </a:cubicBezTo>
                <a:close/>
                <a:moveTo>
                  <a:pt x="1459429" y="5584560"/>
                </a:moveTo>
                <a:cubicBezTo>
                  <a:pt x="1492372" y="5584904"/>
                  <a:pt x="1525288" y="5597837"/>
                  <a:pt x="1550367" y="5623282"/>
                </a:cubicBezTo>
                <a:cubicBezTo>
                  <a:pt x="1600637" y="5674282"/>
                  <a:pt x="1599626" y="5754210"/>
                  <a:pt x="1548063" y="5804706"/>
                </a:cubicBezTo>
                <a:cubicBezTo>
                  <a:pt x="1498186" y="5853516"/>
                  <a:pt x="1417304" y="5853180"/>
                  <a:pt x="1368043" y="5803976"/>
                </a:cubicBezTo>
                <a:cubicBezTo>
                  <a:pt x="1318333" y="5754323"/>
                  <a:pt x="1318447" y="5670688"/>
                  <a:pt x="1368323" y="5621372"/>
                </a:cubicBezTo>
                <a:cubicBezTo>
                  <a:pt x="1393515" y="5596461"/>
                  <a:pt x="1426486" y="5584216"/>
                  <a:pt x="1459429" y="5584560"/>
                </a:cubicBezTo>
                <a:close/>
                <a:moveTo>
                  <a:pt x="2034575" y="5533110"/>
                </a:moveTo>
                <a:cubicBezTo>
                  <a:pt x="2080836" y="5533623"/>
                  <a:pt x="2126852" y="5551555"/>
                  <a:pt x="2161256" y="5586773"/>
                </a:cubicBezTo>
                <a:cubicBezTo>
                  <a:pt x="2230681" y="5657825"/>
                  <a:pt x="2229220" y="5770892"/>
                  <a:pt x="2157998" y="5841047"/>
                </a:cubicBezTo>
                <a:cubicBezTo>
                  <a:pt x="2087339" y="5910696"/>
                  <a:pt x="1972473" y="5909742"/>
                  <a:pt x="1903666" y="5838914"/>
                </a:cubicBezTo>
                <a:cubicBezTo>
                  <a:pt x="1834860" y="5768140"/>
                  <a:pt x="1836096" y="5652433"/>
                  <a:pt x="1906420" y="5583964"/>
                </a:cubicBezTo>
                <a:cubicBezTo>
                  <a:pt x="1941806" y="5549504"/>
                  <a:pt x="1988313" y="5532598"/>
                  <a:pt x="2034575" y="5533110"/>
                </a:cubicBezTo>
                <a:close/>
                <a:moveTo>
                  <a:pt x="2539215" y="5411076"/>
                </a:moveTo>
                <a:cubicBezTo>
                  <a:pt x="2534216" y="5444272"/>
                  <a:pt x="2529272" y="5476736"/>
                  <a:pt x="2524611" y="5507237"/>
                </a:cubicBezTo>
                <a:cubicBezTo>
                  <a:pt x="2557413" y="5502855"/>
                  <a:pt x="2590834" y="5498418"/>
                  <a:pt x="2624928" y="5493868"/>
                </a:cubicBezTo>
                <a:cubicBezTo>
                  <a:pt x="2622288" y="5468984"/>
                  <a:pt x="2619648" y="5443654"/>
                  <a:pt x="2616952" y="5418096"/>
                </a:cubicBezTo>
                <a:cubicBezTo>
                  <a:pt x="2590610" y="5415738"/>
                  <a:pt x="2564378" y="5413379"/>
                  <a:pt x="2539215" y="5411076"/>
                </a:cubicBezTo>
                <a:close/>
                <a:moveTo>
                  <a:pt x="603864" y="5383595"/>
                </a:moveTo>
                <a:cubicBezTo>
                  <a:pt x="615034" y="5383623"/>
                  <a:pt x="626084" y="5387934"/>
                  <a:pt x="634089" y="5396528"/>
                </a:cubicBezTo>
                <a:cubicBezTo>
                  <a:pt x="649142" y="5412649"/>
                  <a:pt x="648804" y="5440564"/>
                  <a:pt x="633415" y="5456235"/>
                </a:cubicBezTo>
                <a:cubicBezTo>
                  <a:pt x="616902" y="5473086"/>
                  <a:pt x="588929" y="5472524"/>
                  <a:pt x="572246" y="5455000"/>
                </a:cubicBezTo>
                <a:cubicBezTo>
                  <a:pt x="556184" y="5438205"/>
                  <a:pt x="556463" y="5412929"/>
                  <a:pt x="572921" y="5396359"/>
                </a:cubicBezTo>
                <a:cubicBezTo>
                  <a:pt x="581403" y="5387821"/>
                  <a:pt x="592693" y="5383567"/>
                  <a:pt x="603864" y="5383595"/>
                </a:cubicBezTo>
                <a:close/>
                <a:moveTo>
                  <a:pt x="1172809" y="5309747"/>
                </a:moveTo>
                <a:cubicBezTo>
                  <a:pt x="1202922" y="5309382"/>
                  <a:pt x="1233212" y="5320532"/>
                  <a:pt x="1256718" y="5343280"/>
                </a:cubicBezTo>
                <a:cubicBezTo>
                  <a:pt x="1303505" y="5388609"/>
                  <a:pt x="1304910" y="5463313"/>
                  <a:pt x="1259806" y="5510101"/>
                </a:cubicBezTo>
                <a:cubicBezTo>
                  <a:pt x="1213805" y="5557788"/>
                  <a:pt x="1137697" y="5558744"/>
                  <a:pt x="1090851" y="5512122"/>
                </a:cubicBezTo>
                <a:cubicBezTo>
                  <a:pt x="1044568" y="5466121"/>
                  <a:pt x="1044175" y="5392035"/>
                  <a:pt x="1089954" y="5345303"/>
                </a:cubicBezTo>
                <a:cubicBezTo>
                  <a:pt x="1112758" y="5321992"/>
                  <a:pt x="1142695" y="5310112"/>
                  <a:pt x="1172809" y="5309747"/>
                </a:cubicBezTo>
                <a:close/>
                <a:moveTo>
                  <a:pt x="1746557" y="5249115"/>
                </a:moveTo>
                <a:cubicBezTo>
                  <a:pt x="1791667" y="5249114"/>
                  <a:pt x="1836742" y="5266218"/>
                  <a:pt x="1871090" y="5300425"/>
                </a:cubicBezTo>
                <a:cubicBezTo>
                  <a:pt x="1940008" y="5369063"/>
                  <a:pt x="1939728" y="5484208"/>
                  <a:pt x="1870471" y="5552340"/>
                </a:cubicBezTo>
                <a:cubicBezTo>
                  <a:pt x="1800541" y="5621148"/>
                  <a:pt x="1688428" y="5619687"/>
                  <a:pt x="1619173" y="5549082"/>
                </a:cubicBezTo>
                <a:cubicBezTo>
                  <a:pt x="1550871" y="5479491"/>
                  <a:pt x="1552052" y="5369568"/>
                  <a:pt x="1621813" y="5300425"/>
                </a:cubicBezTo>
                <a:cubicBezTo>
                  <a:pt x="1656301" y="5266218"/>
                  <a:pt x="1701446" y="5249114"/>
                  <a:pt x="1746557" y="5249115"/>
                </a:cubicBezTo>
                <a:close/>
                <a:moveTo>
                  <a:pt x="318239" y="5117273"/>
                </a:moveTo>
                <a:cubicBezTo>
                  <a:pt x="324304" y="5117315"/>
                  <a:pt x="330356" y="5119505"/>
                  <a:pt x="334877" y="5123830"/>
                </a:cubicBezTo>
                <a:cubicBezTo>
                  <a:pt x="343979" y="5132481"/>
                  <a:pt x="344708" y="5147421"/>
                  <a:pt x="336507" y="5157026"/>
                </a:cubicBezTo>
                <a:cubicBezTo>
                  <a:pt x="327464" y="5167586"/>
                  <a:pt x="311457" y="5168429"/>
                  <a:pt x="301403" y="5158879"/>
                </a:cubicBezTo>
                <a:cubicBezTo>
                  <a:pt x="291460" y="5149387"/>
                  <a:pt x="291516" y="5132985"/>
                  <a:pt x="301514" y="5123606"/>
                </a:cubicBezTo>
                <a:cubicBezTo>
                  <a:pt x="306092" y="5119337"/>
                  <a:pt x="312172" y="5117231"/>
                  <a:pt x="318239" y="5117273"/>
                </a:cubicBezTo>
                <a:close/>
                <a:moveTo>
                  <a:pt x="2247138" y="5115404"/>
                </a:moveTo>
                <a:cubicBezTo>
                  <a:pt x="2246238" y="5133939"/>
                  <a:pt x="2246520" y="5152025"/>
                  <a:pt x="2244274" y="5169719"/>
                </a:cubicBezTo>
                <a:cubicBezTo>
                  <a:pt x="2241971" y="5187693"/>
                  <a:pt x="2237196" y="5205330"/>
                  <a:pt x="2233770" y="5221732"/>
                </a:cubicBezTo>
                <a:cubicBezTo>
                  <a:pt x="2268650" y="5216339"/>
                  <a:pt x="2301228" y="5211284"/>
                  <a:pt x="2334367" y="5206173"/>
                </a:cubicBezTo>
                <a:cubicBezTo>
                  <a:pt x="2332064" y="5180110"/>
                  <a:pt x="2329650" y="5152139"/>
                  <a:pt x="2327179" y="5124503"/>
                </a:cubicBezTo>
                <a:cubicBezTo>
                  <a:pt x="2300554" y="5121414"/>
                  <a:pt x="2275166" y="5118550"/>
                  <a:pt x="2247138" y="5115404"/>
                </a:cubicBezTo>
                <a:close/>
                <a:moveTo>
                  <a:pt x="887691" y="5038678"/>
                </a:moveTo>
                <a:cubicBezTo>
                  <a:pt x="913908" y="5038706"/>
                  <a:pt x="940096" y="5048367"/>
                  <a:pt x="959811" y="5067661"/>
                </a:cubicBezTo>
                <a:cubicBezTo>
                  <a:pt x="1000364" y="5107317"/>
                  <a:pt x="1000476" y="5172921"/>
                  <a:pt x="960092" y="5213476"/>
                </a:cubicBezTo>
                <a:cubicBezTo>
                  <a:pt x="919257" y="5254479"/>
                  <a:pt x="855619" y="5254365"/>
                  <a:pt x="814840" y="5213308"/>
                </a:cubicBezTo>
                <a:cubicBezTo>
                  <a:pt x="774510" y="5172697"/>
                  <a:pt x="774792" y="5106923"/>
                  <a:pt x="815401" y="5067493"/>
                </a:cubicBezTo>
                <a:cubicBezTo>
                  <a:pt x="835229" y="5048255"/>
                  <a:pt x="861474" y="5038650"/>
                  <a:pt x="887691" y="5038678"/>
                </a:cubicBezTo>
                <a:close/>
                <a:moveTo>
                  <a:pt x="1459724" y="4971930"/>
                </a:moveTo>
                <a:cubicBezTo>
                  <a:pt x="1502721" y="4971586"/>
                  <a:pt x="1545844" y="4987818"/>
                  <a:pt x="1579349" y="5020705"/>
                </a:cubicBezTo>
                <a:cubicBezTo>
                  <a:pt x="1646078" y="5086197"/>
                  <a:pt x="1647539" y="5192973"/>
                  <a:pt x="1582607" y="5259534"/>
                </a:cubicBezTo>
                <a:cubicBezTo>
                  <a:pt x="1516834" y="5326936"/>
                  <a:pt x="1407923" y="5327780"/>
                  <a:pt x="1341420" y="5261443"/>
                </a:cubicBezTo>
                <a:cubicBezTo>
                  <a:pt x="1275421" y="5195614"/>
                  <a:pt x="1275142" y="5089119"/>
                  <a:pt x="1340858" y="5022614"/>
                </a:cubicBezTo>
                <a:cubicBezTo>
                  <a:pt x="1373857" y="4989194"/>
                  <a:pt x="1416728" y="4972273"/>
                  <a:pt x="1459724" y="4971930"/>
                </a:cubicBezTo>
                <a:close/>
                <a:moveTo>
                  <a:pt x="1947366" y="4813329"/>
                </a:moveTo>
                <a:cubicBezTo>
                  <a:pt x="1956466" y="4860680"/>
                  <a:pt x="1950456" y="4903198"/>
                  <a:pt x="1934055" y="4941619"/>
                </a:cubicBezTo>
                <a:cubicBezTo>
                  <a:pt x="1974664" y="4934709"/>
                  <a:pt x="2015218" y="4927801"/>
                  <a:pt x="2055267" y="4921004"/>
                </a:cubicBezTo>
                <a:cubicBezTo>
                  <a:pt x="2052738" y="4890897"/>
                  <a:pt x="2050042" y="4858433"/>
                  <a:pt x="2047346" y="4826303"/>
                </a:cubicBezTo>
                <a:cubicBezTo>
                  <a:pt x="2029765" y="4825012"/>
                  <a:pt x="2013700" y="4824562"/>
                  <a:pt x="1997805" y="4822484"/>
                </a:cubicBezTo>
                <a:cubicBezTo>
                  <a:pt x="1981628" y="4820407"/>
                  <a:pt x="1965621" y="4816755"/>
                  <a:pt x="1947366" y="4813329"/>
                </a:cubicBezTo>
                <a:close/>
                <a:moveTo>
                  <a:pt x="603181" y="4777396"/>
                </a:moveTo>
                <a:cubicBezTo>
                  <a:pt x="623642" y="4777325"/>
                  <a:pt x="644058" y="4785048"/>
                  <a:pt x="659421" y="4800579"/>
                </a:cubicBezTo>
                <a:cubicBezTo>
                  <a:pt x="689864" y="4831417"/>
                  <a:pt x="689415" y="4883822"/>
                  <a:pt x="658411" y="4913759"/>
                </a:cubicBezTo>
                <a:cubicBezTo>
                  <a:pt x="627686" y="4943417"/>
                  <a:pt x="578314" y="4943247"/>
                  <a:pt x="547700" y="4913254"/>
                </a:cubicBezTo>
                <a:cubicBezTo>
                  <a:pt x="515855" y="4882023"/>
                  <a:pt x="515405" y="4832483"/>
                  <a:pt x="546691" y="4800973"/>
                </a:cubicBezTo>
                <a:cubicBezTo>
                  <a:pt x="562221" y="4785329"/>
                  <a:pt x="582722" y="4777466"/>
                  <a:pt x="603181" y="4777396"/>
                </a:cubicBezTo>
                <a:close/>
                <a:moveTo>
                  <a:pt x="1175091" y="4699771"/>
                </a:moveTo>
                <a:cubicBezTo>
                  <a:pt x="1215195" y="4699996"/>
                  <a:pt x="1255230" y="4715512"/>
                  <a:pt x="1285307" y="4746265"/>
                </a:cubicBezTo>
                <a:cubicBezTo>
                  <a:pt x="1344846" y="4807151"/>
                  <a:pt x="1343667" y="4904491"/>
                  <a:pt x="1282668" y="4964649"/>
                </a:cubicBezTo>
                <a:cubicBezTo>
                  <a:pt x="1221443" y="5025029"/>
                  <a:pt x="1125452" y="5024468"/>
                  <a:pt x="1064678" y="4963413"/>
                </a:cubicBezTo>
                <a:cubicBezTo>
                  <a:pt x="1004296" y="4902751"/>
                  <a:pt x="1004184" y="4805410"/>
                  <a:pt x="1064452" y="4745030"/>
                </a:cubicBezTo>
                <a:cubicBezTo>
                  <a:pt x="1094811" y="4714614"/>
                  <a:pt x="1134987" y="4699546"/>
                  <a:pt x="1175091" y="4699771"/>
                </a:cubicBezTo>
                <a:close/>
                <a:moveTo>
                  <a:pt x="319131" y="4520825"/>
                </a:moveTo>
                <a:cubicBezTo>
                  <a:pt x="332899" y="4521085"/>
                  <a:pt x="346534" y="4526421"/>
                  <a:pt x="355942" y="4536756"/>
                </a:cubicBezTo>
                <a:cubicBezTo>
                  <a:pt x="374702" y="4557370"/>
                  <a:pt x="373410" y="4589218"/>
                  <a:pt x="353078" y="4608708"/>
                </a:cubicBezTo>
                <a:cubicBezTo>
                  <a:pt x="332463" y="4628423"/>
                  <a:pt x="301796" y="4627805"/>
                  <a:pt x="281688" y="4607304"/>
                </a:cubicBezTo>
                <a:cubicBezTo>
                  <a:pt x="262085" y="4587252"/>
                  <a:pt x="262029" y="4554954"/>
                  <a:pt x="281518" y="4535351"/>
                </a:cubicBezTo>
                <a:cubicBezTo>
                  <a:pt x="291460" y="4525381"/>
                  <a:pt x="305362" y="4520565"/>
                  <a:pt x="319131" y="4520825"/>
                </a:cubicBezTo>
                <a:close/>
                <a:moveTo>
                  <a:pt x="889432" y="4435323"/>
                </a:moveTo>
                <a:cubicBezTo>
                  <a:pt x="923680" y="4435484"/>
                  <a:pt x="957930" y="4448711"/>
                  <a:pt x="984245" y="4474971"/>
                </a:cubicBezTo>
                <a:cubicBezTo>
                  <a:pt x="1037211" y="4527881"/>
                  <a:pt x="1037491" y="4611011"/>
                  <a:pt x="984861" y="4664091"/>
                </a:cubicBezTo>
                <a:cubicBezTo>
                  <a:pt x="931614" y="4717731"/>
                  <a:pt x="845619" y="4717787"/>
                  <a:pt x="793214" y="4664203"/>
                </a:cubicBezTo>
                <a:cubicBezTo>
                  <a:pt x="741931" y="4611740"/>
                  <a:pt x="742549" y="4525578"/>
                  <a:pt x="794619" y="4474073"/>
                </a:cubicBezTo>
                <a:cubicBezTo>
                  <a:pt x="820934" y="4448066"/>
                  <a:pt x="855183" y="4435161"/>
                  <a:pt x="889432" y="4435323"/>
                </a:cubicBezTo>
                <a:close/>
                <a:moveTo>
                  <a:pt x="1982752" y="4282929"/>
                </a:moveTo>
                <a:cubicBezTo>
                  <a:pt x="1981966" y="4296129"/>
                  <a:pt x="1981292" y="4306240"/>
                  <a:pt x="1980561" y="4318765"/>
                </a:cubicBezTo>
                <a:cubicBezTo>
                  <a:pt x="1998535" y="4316854"/>
                  <a:pt x="2014881" y="4315169"/>
                  <a:pt x="2033024" y="4313260"/>
                </a:cubicBezTo>
                <a:cubicBezTo>
                  <a:pt x="2031676" y="4302532"/>
                  <a:pt x="2030721" y="4294668"/>
                  <a:pt x="2029709" y="4286635"/>
                </a:cubicBezTo>
                <a:cubicBezTo>
                  <a:pt x="2013532" y="4285344"/>
                  <a:pt x="1999546" y="4284220"/>
                  <a:pt x="1982752" y="4282929"/>
                </a:cubicBezTo>
                <a:close/>
                <a:moveTo>
                  <a:pt x="31982" y="4265391"/>
                </a:moveTo>
                <a:cubicBezTo>
                  <a:pt x="36286" y="4265559"/>
                  <a:pt x="40527" y="4267567"/>
                  <a:pt x="44599" y="4271358"/>
                </a:cubicBezTo>
                <a:cubicBezTo>
                  <a:pt x="52464" y="4278717"/>
                  <a:pt x="52519" y="4292478"/>
                  <a:pt x="45106" y="4299556"/>
                </a:cubicBezTo>
                <a:cubicBezTo>
                  <a:pt x="37804" y="4306576"/>
                  <a:pt x="23424" y="4306014"/>
                  <a:pt x="16628" y="4298488"/>
                </a:cubicBezTo>
                <a:cubicBezTo>
                  <a:pt x="9438" y="4290569"/>
                  <a:pt x="10449" y="4277482"/>
                  <a:pt x="18987" y="4270460"/>
                </a:cubicBezTo>
                <a:cubicBezTo>
                  <a:pt x="23311" y="4266893"/>
                  <a:pt x="27678" y="4265222"/>
                  <a:pt x="31982" y="4265391"/>
                </a:cubicBezTo>
                <a:close/>
                <a:moveTo>
                  <a:pt x="603225" y="4178436"/>
                </a:moveTo>
                <a:cubicBezTo>
                  <a:pt x="630016" y="4178021"/>
                  <a:pt x="656949" y="4187865"/>
                  <a:pt x="678070" y="4208058"/>
                </a:cubicBezTo>
                <a:cubicBezTo>
                  <a:pt x="721150" y="4249229"/>
                  <a:pt x="722778" y="4316687"/>
                  <a:pt x="681720" y="4359207"/>
                </a:cubicBezTo>
                <a:cubicBezTo>
                  <a:pt x="640829" y="4401614"/>
                  <a:pt x="572303" y="4402681"/>
                  <a:pt x="530290" y="4361510"/>
                </a:cubicBezTo>
                <a:cubicBezTo>
                  <a:pt x="487882" y="4320169"/>
                  <a:pt x="487432" y="4252711"/>
                  <a:pt x="529223" y="4210360"/>
                </a:cubicBezTo>
                <a:cubicBezTo>
                  <a:pt x="549780" y="4189522"/>
                  <a:pt x="576431" y="4178850"/>
                  <a:pt x="603225" y="4178436"/>
                </a:cubicBezTo>
                <a:close/>
                <a:moveTo>
                  <a:pt x="1174423" y="4108111"/>
                </a:moveTo>
                <a:cubicBezTo>
                  <a:pt x="1219591" y="4108146"/>
                  <a:pt x="1264751" y="4125769"/>
                  <a:pt x="1299742" y="4160987"/>
                </a:cubicBezTo>
                <a:cubicBezTo>
                  <a:pt x="1368211" y="4229905"/>
                  <a:pt x="1368437" y="4341400"/>
                  <a:pt x="1300135" y="4410264"/>
                </a:cubicBezTo>
                <a:cubicBezTo>
                  <a:pt x="1231667" y="4479295"/>
                  <a:pt x="1116521" y="4479182"/>
                  <a:pt x="1048219" y="4410038"/>
                </a:cubicBezTo>
                <a:cubicBezTo>
                  <a:pt x="980086" y="4341007"/>
                  <a:pt x="980425" y="4229625"/>
                  <a:pt x="1049063" y="4160763"/>
                </a:cubicBezTo>
                <a:cubicBezTo>
                  <a:pt x="1084084" y="4125629"/>
                  <a:pt x="1129258" y="4108076"/>
                  <a:pt x="1174423" y="4108111"/>
                </a:cubicBezTo>
                <a:close/>
                <a:moveTo>
                  <a:pt x="1670792" y="3954960"/>
                </a:moveTo>
                <a:cubicBezTo>
                  <a:pt x="1668825" y="3991864"/>
                  <a:pt x="1666972" y="4027924"/>
                  <a:pt x="1665119" y="4063198"/>
                </a:cubicBezTo>
                <a:cubicBezTo>
                  <a:pt x="1692866" y="4058199"/>
                  <a:pt x="1720670" y="4053199"/>
                  <a:pt x="1748922" y="4048144"/>
                </a:cubicBezTo>
                <a:cubicBezTo>
                  <a:pt x="1748193" y="4021577"/>
                  <a:pt x="1747519" y="3994334"/>
                  <a:pt x="1746788" y="3966588"/>
                </a:cubicBezTo>
                <a:cubicBezTo>
                  <a:pt x="1720670" y="3962600"/>
                  <a:pt x="1694888" y="3958668"/>
                  <a:pt x="1670792" y="3954960"/>
                </a:cubicBezTo>
                <a:close/>
                <a:moveTo>
                  <a:pt x="317410" y="3928724"/>
                </a:moveTo>
                <a:cubicBezTo>
                  <a:pt x="335089" y="3928562"/>
                  <a:pt x="352825" y="3934993"/>
                  <a:pt x="366389" y="3948053"/>
                </a:cubicBezTo>
                <a:cubicBezTo>
                  <a:pt x="394641" y="3975182"/>
                  <a:pt x="394979" y="4019723"/>
                  <a:pt x="367175" y="4047472"/>
                </a:cubicBezTo>
                <a:cubicBezTo>
                  <a:pt x="340047" y="4074544"/>
                  <a:pt x="297415" y="4074938"/>
                  <a:pt x="269835" y="4048427"/>
                </a:cubicBezTo>
                <a:cubicBezTo>
                  <a:pt x="241582" y="4021184"/>
                  <a:pt x="241077" y="3976587"/>
                  <a:pt x="268769" y="3948951"/>
                </a:cubicBezTo>
                <a:cubicBezTo>
                  <a:pt x="282108" y="3935639"/>
                  <a:pt x="299731" y="3928885"/>
                  <a:pt x="317410" y="3928724"/>
                </a:cubicBezTo>
                <a:close/>
                <a:moveTo>
                  <a:pt x="889629" y="3848156"/>
                </a:moveTo>
                <a:cubicBezTo>
                  <a:pt x="928540" y="3848044"/>
                  <a:pt x="967451" y="3862816"/>
                  <a:pt x="997220" y="3892501"/>
                </a:cubicBezTo>
                <a:cubicBezTo>
                  <a:pt x="1056533" y="3951590"/>
                  <a:pt x="1056701" y="4048706"/>
                  <a:pt x="997556" y="4107965"/>
                </a:cubicBezTo>
                <a:cubicBezTo>
                  <a:pt x="938130" y="4167502"/>
                  <a:pt x="842138" y="4167502"/>
                  <a:pt x="782374" y="4107965"/>
                </a:cubicBezTo>
                <a:cubicBezTo>
                  <a:pt x="722328" y="4048144"/>
                  <a:pt x="722160" y="3953163"/>
                  <a:pt x="782038" y="3893119"/>
                </a:cubicBezTo>
                <a:cubicBezTo>
                  <a:pt x="811806" y="3863265"/>
                  <a:pt x="850717" y="3848268"/>
                  <a:pt x="889629" y="3848156"/>
                </a:cubicBezTo>
                <a:close/>
                <a:moveTo>
                  <a:pt x="32727" y="3682248"/>
                </a:moveTo>
                <a:cubicBezTo>
                  <a:pt x="41033" y="3682318"/>
                  <a:pt x="49401" y="3685604"/>
                  <a:pt x="55664" y="3692091"/>
                </a:cubicBezTo>
                <a:cubicBezTo>
                  <a:pt x="68020" y="3704842"/>
                  <a:pt x="68020" y="3722366"/>
                  <a:pt x="55720" y="3735117"/>
                </a:cubicBezTo>
                <a:cubicBezTo>
                  <a:pt x="43195" y="3748092"/>
                  <a:pt x="22244" y="3748372"/>
                  <a:pt x="10224" y="3735623"/>
                </a:cubicBezTo>
                <a:cubicBezTo>
                  <a:pt x="-672" y="3724107"/>
                  <a:pt x="-729" y="3703269"/>
                  <a:pt x="10168" y="3691698"/>
                </a:cubicBezTo>
                <a:cubicBezTo>
                  <a:pt x="16178" y="3685323"/>
                  <a:pt x="24421" y="3682178"/>
                  <a:pt x="32727" y="3682248"/>
                </a:cubicBezTo>
                <a:close/>
                <a:moveTo>
                  <a:pt x="601432" y="3595188"/>
                </a:moveTo>
                <a:cubicBezTo>
                  <a:pt x="631603" y="3594780"/>
                  <a:pt x="661892" y="3605873"/>
                  <a:pt x="685201" y="3628566"/>
                </a:cubicBezTo>
                <a:cubicBezTo>
                  <a:pt x="731877" y="3674006"/>
                  <a:pt x="733282" y="3748879"/>
                  <a:pt x="688404" y="3795499"/>
                </a:cubicBezTo>
                <a:cubicBezTo>
                  <a:pt x="642289" y="3843411"/>
                  <a:pt x="566799" y="3844365"/>
                  <a:pt x="519561" y="3797633"/>
                </a:cubicBezTo>
                <a:cubicBezTo>
                  <a:pt x="473165" y="3751743"/>
                  <a:pt x="472661" y="3677545"/>
                  <a:pt x="518381" y="3630813"/>
                </a:cubicBezTo>
                <a:cubicBezTo>
                  <a:pt x="541213" y="3607503"/>
                  <a:pt x="571263" y="3595595"/>
                  <a:pt x="601432" y="3595188"/>
                </a:cubicBezTo>
                <a:close/>
                <a:moveTo>
                  <a:pt x="1683431" y="3387829"/>
                </a:moveTo>
                <a:cubicBezTo>
                  <a:pt x="1683093" y="3414786"/>
                  <a:pt x="1682812" y="3442591"/>
                  <a:pt x="1682475" y="3470113"/>
                </a:cubicBezTo>
                <a:cubicBezTo>
                  <a:pt x="1699606" y="3467585"/>
                  <a:pt x="1721737" y="3464328"/>
                  <a:pt x="1741676" y="3461406"/>
                </a:cubicBezTo>
                <a:cubicBezTo>
                  <a:pt x="1741676" y="3438715"/>
                  <a:pt x="1741620" y="3417539"/>
                  <a:pt x="1741620" y="3396253"/>
                </a:cubicBezTo>
                <a:cubicBezTo>
                  <a:pt x="1720444" y="3393165"/>
                  <a:pt x="1698090" y="3389962"/>
                  <a:pt x="1683431" y="3387829"/>
                </a:cubicBezTo>
                <a:close/>
                <a:moveTo>
                  <a:pt x="318161" y="3352366"/>
                </a:moveTo>
                <a:cubicBezTo>
                  <a:pt x="337940" y="3352387"/>
                  <a:pt x="357711" y="3359659"/>
                  <a:pt x="372399" y="3374179"/>
                </a:cubicBezTo>
                <a:cubicBezTo>
                  <a:pt x="402729" y="3404174"/>
                  <a:pt x="402000" y="3454049"/>
                  <a:pt x="370713" y="3484156"/>
                </a:cubicBezTo>
                <a:cubicBezTo>
                  <a:pt x="340215" y="3513532"/>
                  <a:pt x="293033" y="3512634"/>
                  <a:pt x="263264" y="3482078"/>
                </a:cubicBezTo>
                <a:cubicBezTo>
                  <a:pt x="234000" y="3452028"/>
                  <a:pt x="234280" y="3403218"/>
                  <a:pt x="263882" y="3374067"/>
                </a:cubicBezTo>
                <a:cubicBezTo>
                  <a:pt x="278598" y="3359576"/>
                  <a:pt x="298384" y="3352345"/>
                  <a:pt x="318161" y="3352366"/>
                </a:cubicBezTo>
                <a:close/>
                <a:moveTo>
                  <a:pt x="893076" y="3268697"/>
                </a:moveTo>
                <a:cubicBezTo>
                  <a:pt x="933707" y="3269524"/>
                  <a:pt x="974021" y="3286081"/>
                  <a:pt x="1004634" y="3318180"/>
                </a:cubicBezTo>
                <a:cubicBezTo>
                  <a:pt x="1064228" y="3380696"/>
                  <a:pt x="1061587" y="3481010"/>
                  <a:pt x="998792" y="3541392"/>
                </a:cubicBezTo>
                <a:cubicBezTo>
                  <a:pt x="936276" y="3601549"/>
                  <a:pt x="836295" y="3599302"/>
                  <a:pt x="775801" y="3536337"/>
                </a:cubicBezTo>
                <a:cubicBezTo>
                  <a:pt x="715083" y="3473147"/>
                  <a:pt x="716769" y="3374349"/>
                  <a:pt x="779621" y="3313574"/>
                </a:cubicBezTo>
                <a:cubicBezTo>
                  <a:pt x="811498" y="3282766"/>
                  <a:pt x="852445" y="3267867"/>
                  <a:pt x="893076" y="3268697"/>
                </a:cubicBezTo>
                <a:close/>
                <a:moveTo>
                  <a:pt x="31772" y="3110878"/>
                </a:moveTo>
                <a:cubicBezTo>
                  <a:pt x="40288" y="3110989"/>
                  <a:pt x="48756" y="3114176"/>
                  <a:pt x="54541" y="3120411"/>
                </a:cubicBezTo>
                <a:cubicBezTo>
                  <a:pt x="66562" y="3133330"/>
                  <a:pt x="65213" y="3153888"/>
                  <a:pt x="51508" y="3165795"/>
                </a:cubicBezTo>
                <a:cubicBezTo>
                  <a:pt x="38420" y="3177141"/>
                  <a:pt x="20447" y="3176074"/>
                  <a:pt x="8483" y="3163269"/>
                </a:cubicBezTo>
                <a:cubicBezTo>
                  <a:pt x="-2920" y="3151024"/>
                  <a:pt x="-2807" y="3131477"/>
                  <a:pt x="8708" y="3119794"/>
                </a:cubicBezTo>
                <a:cubicBezTo>
                  <a:pt x="14689" y="3113727"/>
                  <a:pt x="23256" y="3110766"/>
                  <a:pt x="31772" y="3110878"/>
                </a:cubicBezTo>
                <a:close/>
                <a:moveTo>
                  <a:pt x="606264" y="3022910"/>
                </a:moveTo>
                <a:cubicBezTo>
                  <a:pt x="636728" y="3023324"/>
                  <a:pt x="667114" y="3035540"/>
                  <a:pt x="690425" y="3059469"/>
                </a:cubicBezTo>
                <a:cubicBezTo>
                  <a:pt x="735641" y="3105862"/>
                  <a:pt x="735305" y="3180792"/>
                  <a:pt x="689583" y="3226681"/>
                </a:cubicBezTo>
                <a:cubicBezTo>
                  <a:pt x="643468" y="3272964"/>
                  <a:pt x="565619" y="3272852"/>
                  <a:pt x="519841" y="3226400"/>
                </a:cubicBezTo>
                <a:cubicBezTo>
                  <a:pt x="473447" y="3179387"/>
                  <a:pt x="474234" y="3103729"/>
                  <a:pt x="521639" y="3057166"/>
                </a:cubicBezTo>
                <a:cubicBezTo>
                  <a:pt x="545259" y="3033883"/>
                  <a:pt x="575800" y="3022495"/>
                  <a:pt x="606264" y="3022910"/>
                </a:cubicBezTo>
                <a:close/>
                <a:moveTo>
                  <a:pt x="1665961" y="2793400"/>
                </a:moveTo>
                <a:cubicBezTo>
                  <a:pt x="1667310" y="2829630"/>
                  <a:pt x="1668657" y="2866084"/>
                  <a:pt x="1670006" y="2903097"/>
                </a:cubicBezTo>
                <a:cubicBezTo>
                  <a:pt x="1694215" y="2899279"/>
                  <a:pt x="1720670" y="2895121"/>
                  <a:pt x="1746788" y="2891022"/>
                </a:cubicBezTo>
                <a:cubicBezTo>
                  <a:pt x="1747519" y="2862151"/>
                  <a:pt x="1748193" y="2835020"/>
                  <a:pt x="1748922" y="2807667"/>
                </a:cubicBezTo>
                <a:cubicBezTo>
                  <a:pt x="1719827" y="2802724"/>
                  <a:pt x="1691518" y="2797837"/>
                  <a:pt x="1665961" y="2793400"/>
                </a:cubicBezTo>
                <a:close/>
                <a:moveTo>
                  <a:pt x="317951" y="2785703"/>
                </a:moveTo>
                <a:cubicBezTo>
                  <a:pt x="335862" y="2785675"/>
                  <a:pt x="353780" y="2792695"/>
                  <a:pt x="367625" y="2806765"/>
                </a:cubicBezTo>
                <a:cubicBezTo>
                  <a:pt x="395148" y="2834738"/>
                  <a:pt x="394418" y="2879279"/>
                  <a:pt x="365939" y="2906184"/>
                </a:cubicBezTo>
                <a:cubicBezTo>
                  <a:pt x="338586" y="2932022"/>
                  <a:pt x="294774" y="2931236"/>
                  <a:pt x="268319" y="2904387"/>
                </a:cubicBezTo>
                <a:cubicBezTo>
                  <a:pt x="241640" y="2877257"/>
                  <a:pt x="241640" y="2834176"/>
                  <a:pt x="268319" y="2806934"/>
                </a:cubicBezTo>
                <a:cubicBezTo>
                  <a:pt x="282136" y="2792808"/>
                  <a:pt x="300040" y="2785731"/>
                  <a:pt x="317951" y="2785703"/>
                </a:cubicBezTo>
                <a:close/>
                <a:moveTo>
                  <a:pt x="889207" y="2705157"/>
                </a:moveTo>
                <a:cubicBezTo>
                  <a:pt x="928103" y="2705199"/>
                  <a:pt x="967029" y="2720125"/>
                  <a:pt x="996882" y="2749923"/>
                </a:cubicBezTo>
                <a:cubicBezTo>
                  <a:pt x="1056814" y="2809799"/>
                  <a:pt x="1056869" y="2904836"/>
                  <a:pt x="996994" y="2964768"/>
                </a:cubicBezTo>
                <a:cubicBezTo>
                  <a:pt x="937399" y="3024419"/>
                  <a:pt x="841351" y="3024588"/>
                  <a:pt x="781812" y="2965161"/>
                </a:cubicBezTo>
                <a:cubicBezTo>
                  <a:pt x="722555" y="2906016"/>
                  <a:pt x="722499" y="2808900"/>
                  <a:pt x="781699" y="2749698"/>
                </a:cubicBezTo>
                <a:cubicBezTo>
                  <a:pt x="811441" y="2719956"/>
                  <a:pt x="850310" y="2705114"/>
                  <a:pt x="889207" y="2705157"/>
                </a:cubicBezTo>
                <a:close/>
                <a:moveTo>
                  <a:pt x="34292" y="2546567"/>
                </a:moveTo>
                <a:cubicBezTo>
                  <a:pt x="40316" y="2546792"/>
                  <a:pt x="46257" y="2549179"/>
                  <a:pt x="50667" y="2553673"/>
                </a:cubicBezTo>
                <a:cubicBezTo>
                  <a:pt x="59539" y="2562716"/>
                  <a:pt x="59766" y="2577656"/>
                  <a:pt x="51226" y="2586980"/>
                </a:cubicBezTo>
                <a:cubicBezTo>
                  <a:pt x="41960" y="2597147"/>
                  <a:pt x="25615" y="2597370"/>
                  <a:pt x="16010" y="2587542"/>
                </a:cubicBezTo>
                <a:cubicBezTo>
                  <a:pt x="6292" y="2577600"/>
                  <a:pt x="6966" y="2561591"/>
                  <a:pt x="17414" y="2552437"/>
                </a:cubicBezTo>
                <a:cubicBezTo>
                  <a:pt x="22159" y="2548280"/>
                  <a:pt x="28268" y="2546344"/>
                  <a:pt x="34292" y="2546567"/>
                </a:cubicBezTo>
                <a:close/>
                <a:moveTo>
                  <a:pt x="1978202" y="2535085"/>
                </a:moveTo>
                <a:cubicBezTo>
                  <a:pt x="1979214" y="2549296"/>
                  <a:pt x="1979999" y="2561202"/>
                  <a:pt x="1980955" y="2575636"/>
                </a:cubicBezTo>
                <a:cubicBezTo>
                  <a:pt x="1999434" y="2573782"/>
                  <a:pt x="2014262" y="2572265"/>
                  <a:pt x="2031057" y="2570581"/>
                </a:cubicBezTo>
                <a:cubicBezTo>
                  <a:pt x="2031506" y="2559968"/>
                  <a:pt x="2031956" y="2550250"/>
                  <a:pt x="2032350" y="2539971"/>
                </a:cubicBezTo>
                <a:cubicBezTo>
                  <a:pt x="2012691" y="2538174"/>
                  <a:pt x="1996290" y="2536713"/>
                  <a:pt x="1978202" y="2535085"/>
                </a:cubicBezTo>
                <a:close/>
                <a:moveTo>
                  <a:pt x="602213" y="2464926"/>
                </a:moveTo>
                <a:cubicBezTo>
                  <a:pt x="629131" y="2464996"/>
                  <a:pt x="656106" y="2475317"/>
                  <a:pt x="676833" y="2495875"/>
                </a:cubicBezTo>
                <a:cubicBezTo>
                  <a:pt x="718679" y="2537385"/>
                  <a:pt x="719240" y="2602369"/>
                  <a:pt x="678011" y="2644215"/>
                </a:cubicBezTo>
                <a:cubicBezTo>
                  <a:pt x="636111" y="2686734"/>
                  <a:pt x="568258" y="2687071"/>
                  <a:pt x="527088" y="2644944"/>
                </a:cubicBezTo>
                <a:cubicBezTo>
                  <a:pt x="486927" y="2603887"/>
                  <a:pt x="487321" y="2535980"/>
                  <a:pt x="527929" y="2495482"/>
                </a:cubicBezTo>
                <a:cubicBezTo>
                  <a:pt x="548432" y="2475036"/>
                  <a:pt x="575293" y="2464856"/>
                  <a:pt x="602213" y="2464926"/>
                </a:cubicBezTo>
                <a:close/>
                <a:moveTo>
                  <a:pt x="1177064" y="2393723"/>
                </a:moveTo>
                <a:cubicBezTo>
                  <a:pt x="1222173" y="2393716"/>
                  <a:pt x="1267250" y="2410806"/>
                  <a:pt x="1301596" y="2444986"/>
                </a:cubicBezTo>
                <a:cubicBezTo>
                  <a:pt x="1370570" y="2513625"/>
                  <a:pt x="1370290" y="2628769"/>
                  <a:pt x="1301034" y="2696900"/>
                </a:cubicBezTo>
                <a:cubicBezTo>
                  <a:pt x="1231892" y="2764979"/>
                  <a:pt x="1120621" y="2764415"/>
                  <a:pt x="1051759" y="2695720"/>
                </a:cubicBezTo>
                <a:cubicBezTo>
                  <a:pt x="981548" y="2625679"/>
                  <a:pt x="981827" y="2514971"/>
                  <a:pt x="1052320" y="2445042"/>
                </a:cubicBezTo>
                <a:cubicBezTo>
                  <a:pt x="1086809" y="2410834"/>
                  <a:pt x="1131953" y="2393730"/>
                  <a:pt x="1177064" y="2393723"/>
                </a:cubicBezTo>
                <a:close/>
                <a:moveTo>
                  <a:pt x="319208" y="2234928"/>
                </a:moveTo>
                <a:cubicBezTo>
                  <a:pt x="332983" y="2235196"/>
                  <a:pt x="346618" y="2240531"/>
                  <a:pt x="355998" y="2250865"/>
                </a:cubicBezTo>
                <a:cubicBezTo>
                  <a:pt x="374702" y="2271480"/>
                  <a:pt x="373410" y="2303271"/>
                  <a:pt x="353078" y="2322761"/>
                </a:cubicBezTo>
                <a:cubicBezTo>
                  <a:pt x="332463" y="2342532"/>
                  <a:pt x="301739" y="2341914"/>
                  <a:pt x="281688" y="2321357"/>
                </a:cubicBezTo>
                <a:cubicBezTo>
                  <a:pt x="262085" y="2301305"/>
                  <a:pt x="262029" y="2268954"/>
                  <a:pt x="281575" y="2249406"/>
                </a:cubicBezTo>
                <a:cubicBezTo>
                  <a:pt x="291517" y="2239464"/>
                  <a:pt x="305433" y="2234662"/>
                  <a:pt x="319208" y="2234928"/>
                </a:cubicBezTo>
                <a:close/>
                <a:moveTo>
                  <a:pt x="1611703" y="2161111"/>
                </a:moveTo>
                <a:cubicBezTo>
                  <a:pt x="1657030" y="2222614"/>
                  <a:pt x="1666017" y="2287377"/>
                  <a:pt x="1643101" y="2359720"/>
                </a:cubicBezTo>
                <a:cubicBezTo>
                  <a:pt x="1690619" y="2338659"/>
                  <a:pt x="1735048" y="2332705"/>
                  <a:pt x="1776726" y="2338321"/>
                </a:cubicBezTo>
                <a:cubicBezTo>
                  <a:pt x="1779535" y="2292035"/>
                  <a:pt x="1782174" y="2248902"/>
                  <a:pt x="1784814" y="2205989"/>
                </a:cubicBezTo>
                <a:cubicBezTo>
                  <a:pt x="1686014" y="2204136"/>
                  <a:pt x="1682587" y="2203295"/>
                  <a:pt x="1611703" y="2161111"/>
                </a:cubicBezTo>
                <a:close/>
                <a:moveTo>
                  <a:pt x="889297" y="2149389"/>
                </a:moveTo>
                <a:cubicBezTo>
                  <a:pt x="923553" y="2149508"/>
                  <a:pt x="957817" y="2162709"/>
                  <a:pt x="984131" y="2188969"/>
                </a:cubicBezTo>
                <a:cubicBezTo>
                  <a:pt x="1037155" y="2241823"/>
                  <a:pt x="1037491" y="2324950"/>
                  <a:pt x="984974" y="2378087"/>
                </a:cubicBezTo>
                <a:cubicBezTo>
                  <a:pt x="932513" y="2431054"/>
                  <a:pt x="848373" y="2432066"/>
                  <a:pt x="795348" y="2380445"/>
                </a:cubicBezTo>
                <a:cubicBezTo>
                  <a:pt x="742101" y="2328603"/>
                  <a:pt x="741708" y="2240642"/>
                  <a:pt x="794507" y="2188295"/>
                </a:cubicBezTo>
                <a:cubicBezTo>
                  <a:pt x="820794" y="2162233"/>
                  <a:pt x="855042" y="2149271"/>
                  <a:pt x="889297" y="2149389"/>
                </a:cubicBezTo>
                <a:close/>
                <a:moveTo>
                  <a:pt x="604895" y="1920068"/>
                </a:moveTo>
                <a:cubicBezTo>
                  <a:pt x="625608" y="1920075"/>
                  <a:pt x="646306" y="1927756"/>
                  <a:pt x="661442" y="1943119"/>
                </a:cubicBezTo>
                <a:cubicBezTo>
                  <a:pt x="692167" y="1974237"/>
                  <a:pt x="691492" y="2024956"/>
                  <a:pt x="659926" y="2055849"/>
                </a:cubicBezTo>
                <a:cubicBezTo>
                  <a:pt x="628192" y="2086854"/>
                  <a:pt x="578651" y="2085898"/>
                  <a:pt x="547645" y="2053770"/>
                </a:cubicBezTo>
                <a:cubicBezTo>
                  <a:pt x="517989" y="2022989"/>
                  <a:pt x="518268" y="1973338"/>
                  <a:pt x="548263" y="1943063"/>
                </a:cubicBezTo>
                <a:cubicBezTo>
                  <a:pt x="563457" y="1927728"/>
                  <a:pt x="584183" y="1920061"/>
                  <a:pt x="604895" y="1920068"/>
                </a:cubicBezTo>
                <a:close/>
                <a:moveTo>
                  <a:pt x="1932875" y="1909140"/>
                </a:moveTo>
                <a:cubicBezTo>
                  <a:pt x="1951241" y="1953457"/>
                  <a:pt x="1956184" y="1997942"/>
                  <a:pt x="1947983" y="2042765"/>
                </a:cubicBezTo>
                <a:cubicBezTo>
                  <a:pt x="1983989" y="2038327"/>
                  <a:pt x="2016566" y="2034340"/>
                  <a:pt x="2048021" y="2030464"/>
                </a:cubicBezTo>
                <a:cubicBezTo>
                  <a:pt x="2050268" y="1997380"/>
                  <a:pt x="2052513" y="1964465"/>
                  <a:pt x="2054929" y="1929360"/>
                </a:cubicBezTo>
                <a:cubicBezTo>
                  <a:pt x="2013420" y="1933460"/>
                  <a:pt x="1972923" y="1925654"/>
                  <a:pt x="1932875" y="1909140"/>
                </a:cubicBezTo>
                <a:close/>
                <a:moveTo>
                  <a:pt x="1176622" y="1846271"/>
                </a:moveTo>
                <a:cubicBezTo>
                  <a:pt x="1216095" y="1846524"/>
                  <a:pt x="1255539" y="1861844"/>
                  <a:pt x="1285757" y="1892175"/>
                </a:cubicBezTo>
                <a:cubicBezTo>
                  <a:pt x="1346475" y="1953173"/>
                  <a:pt x="1346475" y="2049221"/>
                  <a:pt x="1285757" y="2110165"/>
                </a:cubicBezTo>
                <a:cubicBezTo>
                  <a:pt x="1225375" y="2170884"/>
                  <a:pt x="1128036" y="2171501"/>
                  <a:pt x="1067373" y="2111626"/>
                </a:cubicBezTo>
                <a:cubicBezTo>
                  <a:pt x="1006150" y="2051188"/>
                  <a:pt x="1006150" y="1951152"/>
                  <a:pt x="1067318" y="1890770"/>
                </a:cubicBezTo>
                <a:cubicBezTo>
                  <a:pt x="1097648" y="1860832"/>
                  <a:pt x="1137150" y="1846018"/>
                  <a:pt x="1176622" y="1846271"/>
                </a:cubicBezTo>
                <a:close/>
                <a:moveTo>
                  <a:pt x="319917" y="1690312"/>
                </a:moveTo>
                <a:cubicBezTo>
                  <a:pt x="326368" y="1690291"/>
                  <a:pt x="332828" y="1692776"/>
                  <a:pt x="337575" y="1697776"/>
                </a:cubicBezTo>
                <a:cubicBezTo>
                  <a:pt x="346337" y="1707043"/>
                  <a:pt x="346449" y="1721591"/>
                  <a:pt x="337744" y="1730914"/>
                </a:cubicBezTo>
                <a:cubicBezTo>
                  <a:pt x="328362" y="1740968"/>
                  <a:pt x="312018" y="1741138"/>
                  <a:pt x="302526" y="1731251"/>
                </a:cubicBezTo>
                <a:cubicBezTo>
                  <a:pt x="293875" y="1722208"/>
                  <a:pt x="293762" y="1706987"/>
                  <a:pt x="302300" y="1697888"/>
                </a:cubicBezTo>
                <a:cubicBezTo>
                  <a:pt x="307018" y="1692860"/>
                  <a:pt x="313464" y="1690333"/>
                  <a:pt x="319917" y="1690312"/>
                </a:cubicBezTo>
                <a:close/>
                <a:moveTo>
                  <a:pt x="2238151" y="1637169"/>
                </a:moveTo>
                <a:cubicBezTo>
                  <a:pt x="2242476" y="1669917"/>
                  <a:pt x="2246856" y="1703395"/>
                  <a:pt x="2251351" y="1737656"/>
                </a:cubicBezTo>
                <a:cubicBezTo>
                  <a:pt x="2275616" y="1734961"/>
                  <a:pt x="2301622" y="1732039"/>
                  <a:pt x="2327403" y="1729175"/>
                </a:cubicBezTo>
                <a:cubicBezTo>
                  <a:pt x="2329762" y="1701764"/>
                  <a:pt x="2331952" y="1675758"/>
                  <a:pt x="2334031" y="1651494"/>
                </a:cubicBezTo>
                <a:cubicBezTo>
                  <a:pt x="2300106" y="1646439"/>
                  <a:pt x="2268426" y="1641721"/>
                  <a:pt x="2238151" y="1637169"/>
                </a:cubicBezTo>
                <a:close/>
                <a:moveTo>
                  <a:pt x="890450" y="1611697"/>
                </a:moveTo>
                <a:cubicBezTo>
                  <a:pt x="916786" y="1612174"/>
                  <a:pt x="943045" y="1622763"/>
                  <a:pt x="963124" y="1643348"/>
                </a:cubicBezTo>
                <a:cubicBezTo>
                  <a:pt x="1003342" y="1684576"/>
                  <a:pt x="1001993" y="1748215"/>
                  <a:pt x="960092" y="1788600"/>
                </a:cubicBezTo>
                <a:cubicBezTo>
                  <a:pt x="919931" y="1827301"/>
                  <a:pt x="855505" y="1826683"/>
                  <a:pt x="816301" y="1787141"/>
                </a:cubicBezTo>
                <a:cubicBezTo>
                  <a:pt x="776756" y="1747317"/>
                  <a:pt x="777263" y="1679745"/>
                  <a:pt x="817310" y="1640709"/>
                </a:cubicBezTo>
                <a:cubicBezTo>
                  <a:pt x="837699" y="1620852"/>
                  <a:pt x="864113" y="1611219"/>
                  <a:pt x="890450" y="1611697"/>
                </a:cubicBezTo>
                <a:close/>
                <a:moveTo>
                  <a:pt x="1462196" y="1547052"/>
                </a:moveTo>
                <a:cubicBezTo>
                  <a:pt x="1505193" y="1547340"/>
                  <a:pt x="1548092" y="1564204"/>
                  <a:pt x="1581146" y="1597570"/>
                </a:cubicBezTo>
                <a:cubicBezTo>
                  <a:pt x="1647707" y="1664804"/>
                  <a:pt x="1646696" y="1772536"/>
                  <a:pt x="1578844" y="1838421"/>
                </a:cubicBezTo>
                <a:cubicBezTo>
                  <a:pt x="1512340" y="1902959"/>
                  <a:pt x="1404665" y="1901330"/>
                  <a:pt x="1339677" y="1834826"/>
                </a:cubicBezTo>
                <a:cubicBezTo>
                  <a:pt x="1274635" y="1768267"/>
                  <a:pt x="1275928" y="1661602"/>
                  <a:pt x="1342655" y="1595997"/>
                </a:cubicBezTo>
                <a:cubicBezTo>
                  <a:pt x="1376104" y="1563053"/>
                  <a:pt x="1419199" y="1546764"/>
                  <a:pt x="1462196" y="1547052"/>
                </a:cubicBezTo>
                <a:close/>
                <a:moveTo>
                  <a:pt x="604102" y="1384880"/>
                </a:moveTo>
                <a:cubicBezTo>
                  <a:pt x="615133" y="1384691"/>
                  <a:pt x="626226" y="1388678"/>
                  <a:pt x="635100" y="1396880"/>
                </a:cubicBezTo>
                <a:cubicBezTo>
                  <a:pt x="653524" y="1413898"/>
                  <a:pt x="654647" y="1442769"/>
                  <a:pt x="637628" y="1460855"/>
                </a:cubicBezTo>
                <a:cubicBezTo>
                  <a:pt x="620945" y="1478548"/>
                  <a:pt x="590727" y="1479053"/>
                  <a:pt x="573258" y="1461921"/>
                </a:cubicBezTo>
                <a:cubicBezTo>
                  <a:pt x="555566" y="1444679"/>
                  <a:pt x="555677" y="1415527"/>
                  <a:pt x="573483" y="1397947"/>
                </a:cubicBezTo>
                <a:cubicBezTo>
                  <a:pt x="582105" y="1389436"/>
                  <a:pt x="593072" y="1385070"/>
                  <a:pt x="604102" y="1384880"/>
                </a:cubicBezTo>
                <a:close/>
                <a:moveTo>
                  <a:pt x="2523488" y="1346891"/>
                </a:moveTo>
                <a:cubicBezTo>
                  <a:pt x="2528655" y="1379131"/>
                  <a:pt x="2534104" y="1413115"/>
                  <a:pt x="2539496" y="1446589"/>
                </a:cubicBezTo>
                <a:cubicBezTo>
                  <a:pt x="2566569" y="1444343"/>
                  <a:pt x="2593754" y="1442096"/>
                  <a:pt x="2620941" y="1439793"/>
                </a:cubicBezTo>
                <a:cubicBezTo>
                  <a:pt x="2623917" y="1412496"/>
                  <a:pt x="2626950" y="1385422"/>
                  <a:pt x="2629646" y="1360989"/>
                </a:cubicBezTo>
                <a:cubicBezTo>
                  <a:pt x="2593418" y="1356158"/>
                  <a:pt x="2558088" y="1351496"/>
                  <a:pt x="2523488" y="1346891"/>
                </a:cubicBezTo>
                <a:close/>
                <a:moveTo>
                  <a:pt x="1174192" y="1311314"/>
                </a:moveTo>
                <a:cubicBezTo>
                  <a:pt x="1204313" y="1311279"/>
                  <a:pt x="1234446" y="1322765"/>
                  <a:pt x="1257616" y="1345768"/>
                </a:cubicBezTo>
                <a:cubicBezTo>
                  <a:pt x="1303955" y="1391770"/>
                  <a:pt x="1304517" y="1466192"/>
                  <a:pt x="1258909" y="1512643"/>
                </a:cubicBezTo>
                <a:cubicBezTo>
                  <a:pt x="1213298" y="1559039"/>
                  <a:pt x="1138483" y="1560050"/>
                  <a:pt x="1091976" y="1514834"/>
                </a:cubicBezTo>
                <a:cubicBezTo>
                  <a:pt x="1044288" y="1468495"/>
                  <a:pt x="1043782" y="1392949"/>
                  <a:pt x="1090851" y="1345992"/>
                </a:cubicBezTo>
                <a:cubicBezTo>
                  <a:pt x="1113966" y="1322905"/>
                  <a:pt x="1144071" y="1311350"/>
                  <a:pt x="1174192" y="1311314"/>
                </a:cubicBezTo>
                <a:close/>
                <a:moveTo>
                  <a:pt x="1748846" y="1252862"/>
                </a:moveTo>
                <a:cubicBezTo>
                  <a:pt x="1794728" y="1253101"/>
                  <a:pt x="1840478" y="1270611"/>
                  <a:pt x="1874404" y="1305324"/>
                </a:cubicBezTo>
                <a:cubicBezTo>
                  <a:pt x="1942254" y="1374806"/>
                  <a:pt x="1941413" y="1485794"/>
                  <a:pt x="1872493" y="1554600"/>
                </a:cubicBezTo>
                <a:cubicBezTo>
                  <a:pt x="1802394" y="1624587"/>
                  <a:pt x="1691630" y="1624025"/>
                  <a:pt x="1621813" y="1553309"/>
                </a:cubicBezTo>
                <a:cubicBezTo>
                  <a:pt x="1553624" y="1484276"/>
                  <a:pt x="1553905" y="1372446"/>
                  <a:pt x="1622487" y="1304032"/>
                </a:cubicBezTo>
                <a:cubicBezTo>
                  <a:pt x="1656946" y="1269656"/>
                  <a:pt x="1702963" y="1252624"/>
                  <a:pt x="1748846" y="1252862"/>
                </a:cubicBezTo>
                <a:close/>
                <a:moveTo>
                  <a:pt x="3426960" y="1093907"/>
                </a:moveTo>
                <a:cubicBezTo>
                  <a:pt x="3428701" y="1111937"/>
                  <a:pt x="3430274" y="1127721"/>
                  <a:pt x="3431903" y="1144514"/>
                </a:cubicBezTo>
                <a:cubicBezTo>
                  <a:pt x="3441114" y="1144010"/>
                  <a:pt x="3448472" y="1143561"/>
                  <a:pt x="3458695" y="1143056"/>
                </a:cubicBezTo>
                <a:cubicBezTo>
                  <a:pt x="3460044" y="1125361"/>
                  <a:pt x="3461223" y="1110701"/>
                  <a:pt x="3462458" y="1094750"/>
                </a:cubicBezTo>
                <a:cubicBezTo>
                  <a:pt x="3448810" y="1094412"/>
                  <a:pt x="3438812" y="1094188"/>
                  <a:pt x="3426960" y="1093907"/>
                </a:cubicBezTo>
                <a:close/>
                <a:moveTo>
                  <a:pt x="891038" y="1084413"/>
                </a:moveTo>
                <a:cubicBezTo>
                  <a:pt x="906450" y="1084273"/>
                  <a:pt x="921925" y="1090086"/>
                  <a:pt x="933467" y="1101883"/>
                </a:cubicBezTo>
                <a:cubicBezTo>
                  <a:pt x="955879" y="1124854"/>
                  <a:pt x="955711" y="1161477"/>
                  <a:pt x="933074" y="1184281"/>
                </a:cubicBezTo>
                <a:cubicBezTo>
                  <a:pt x="910550" y="1206975"/>
                  <a:pt x="873761" y="1207310"/>
                  <a:pt x="850844" y="1185011"/>
                </a:cubicBezTo>
                <a:cubicBezTo>
                  <a:pt x="827758" y="1162601"/>
                  <a:pt x="826973" y="1126091"/>
                  <a:pt x="848989" y="1102668"/>
                </a:cubicBezTo>
                <a:cubicBezTo>
                  <a:pt x="860279" y="1090648"/>
                  <a:pt x="875628" y="1084553"/>
                  <a:pt x="891038" y="1084413"/>
                </a:cubicBezTo>
                <a:close/>
                <a:moveTo>
                  <a:pt x="2803039" y="1048017"/>
                </a:moveTo>
                <a:cubicBezTo>
                  <a:pt x="2809667" y="1086605"/>
                  <a:pt x="2816632" y="1127102"/>
                  <a:pt x="2823540" y="1167713"/>
                </a:cubicBezTo>
                <a:cubicBezTo>
                  <a:pt x="2853423" y="1165297"/>
                  <a:pt x="2886056" y="1162658"/>
                  <a:pt x="2917454" y="1160130"/>
                </a:cubicBezTo>
                <a:cubicBezTo>
                  <a:pt x="2921835" y="1127102"/>
                  <a:pt x="2926160" y="1094806"/>
                  <a:pt x="2929642" y="1068576"/>
                </a:cubicBezTo>
                <a:cubicBezTo>
                  <a:pt x="2908580" y="1066666"/>
                  <a:pt x="2886730" y="1065992"/>
                  <a:pt x="2865330" y="1062452"/>
                </a:cubicBezTo>
                <a:cubicBezTo>
                  <a:pt x="2843255" y="1058802"/>
                  <a:pt x="2821575" y="1052399"/>
                  <a:pt x="2803039" y="1048017"/>
                </a:cubicBezTo>
                <a:close/>
                <a:moveTo>
                  <a:pt x="1461536" y="1014560"/>
                </a:moveTo>
                <a:cubicBezTo>
                  <a:pt x="1494198" y="1014680"/>
                  <a:pt x="1526832" y="1027542"/>
                  <a:pt x="1552164" y="1053128"/>
                </a:cubicBezTo>
                <a:cubicBezTo>
                  <a:pt x="1601423" y="1102893"/>
                  <a:pt x="1601817" y="1183102"/>
                  <a:pt x="1553062" y="1233148"/>
                </a:cubicBezTo>
                <a:cubicBezTo>
                  <a:pt x="1504195" y="1283250"/>
                  <a:pt x="1420562" y="1283869"/>
                  <a:pt x="1370458" y="1234497"/>
                </a:cubicBezTo>
                <a:cubicBezTo>
                  <a:pt x="1320188" y="1184899"/>
                  <a:pt x="1320300" y="1102725"/>
                  <a:pt x="1370740" y="1052454"/>
                </a:cubicBezTo>
                <a:cubicBezTo>
                  <a:pt x="1396184" y="1027064"/>
                  <a:pt x="1428874" y="1014441"/>
                  <a:pt x="1461536" y="1014560"/>
                </a:cubicBezTo>
                <a:close/>
                <a:moveTo>
                  <a:pt x="4274543" y="790147"/>
                </a:moveTo>
                <a:cubicBezTo>
                  <a:pt x="4277689" y="811547"/>
                  <a:pt x="4280947" y="833789"/>
                  <a:pt x="4283588" y="851932"/>
                </a:cubicBezTo>
                <a:cubicBezTo>
                  <a:pt x="4307178" y="853280"/>
                  <a:pt x="4327735" y="854515"/>
                  <a:pt x="4348855" y="855751"/>
                </a:cubicBezTo>
                <a:cubicBezTo>
                  <a:pt x="4352057" y="833339"/>
                  <a:pt x="4355370" y="810310"/>
                  <a:pt x="4357786" y="793292"/>
                </a:cubicBezTo>
                <a:cubicBezTo>
                  <a:pt x="4329532" y="792224"/>
                  <a:pt x="4302067" y="791157"/>
                  <a:pt x="4274543" y="790147"/>
                </a:cubicBezTo>
                <a:close/>
                <a:moveTo>
                  <a:pt x="1177429" y="790034"/>
                </a:moveTo>
                <a:cubicBezTo>
                  <a:pt x="1195087" y="790104"/>
                  <a:pt x="1212626" y="796886"/>
                  <a:pt x="1225600" y="810368"/>
                </a:cubicBezTo>
                <a:cubicBezTo>
                  <a:pt x="1250707" y="836429"/>
                  <a:pt x="1250707" y="879735"/>
                  <a:pt x="1225714" y="905910"/>
                </a:cubicBezTo>
                <a:cubicBezTo>
                  <a:pt x="1199875" y="932983"/>
                  <a:pt x="1155615" y="933263"/>
                  <a:pt x="1128653" y="906528"/>
                </a:cubicBezTo>
                <a:cubicBezTo>
                  <a:pt x="1101187" y="879342"/>
                  <a:pt x="1101131" y="837215"/>
                  <a:pt x="1128541" y="809974"/>
                </a:cubicBezTo>
                <a:cubicBezTo>
                  <a:pt x="1141993" y="796605"/>
                  <a:pt x="1159771" y="789963"/>
                  <a:pt x="1177429" y="790034"/>
                </a:cubicBezTo>
                <a:close/>
                <a:moveTo>
                  <a:pt x="4951938" y="777788"/>
                </a:moveTo>
                <a:cubicBezTo>
                  <a:pt x="4914473" y="779081"/>
                  <a:pt x="4878188" y="780317"/>
                  <a:pt x="4842016" y="781552"/>
                </a:cubicBezTo>
                <a:cubicBezTo>
                  <a:pt x="4845947" y="806378"/>
                  <a:pt x="4850103" y="832329"/>
                  <a:pt x="4854316" y="858953"/>
                </a:cubicBezTo>
                <a:cubicBezTo>
                  <a:pt x="4881727" y="859908"/>
                  <a:pt x="4908912" y="860750"/>
                  <a:pt x="4937784" y="861649"/>
                </a:cubicBezTo>
                <a:cubicBezTo>
                  <a:pt x="4942782" y="831936"/>
                  <a:pt x="4947612" y="803627"/>
                  <a:pt x="4951938" y="777788"/>
                </a:cubicBezTo>
                <a:close/>
                <a:moveTo>
                  <a:pt x="3681796" y="776609"/>
                </a:moveTo>
                <a:cubicBezTo>
                  <a:pt x="3686739" y="803570"/>
                  <a:pt x="3691962" y="832104"/>
                  <a:pt x="3697299" y="861368"/>
                </a:cubicBezTo>
                <a:cubicBezTo>
                  <a:pt x="3724260" y="860638"/>
                  <a:pt x="3751277" y="859908"/>
                  <a:pt x="3778688" y="859177"/>
                </a:cubicBezTo>
                <a:cubicBezTo>
                  <a:pt x="3782788" y="832610"/>
                  <a:pt x="3786832" y="806716"/>
                  <a:pt x="3790539" y="782732"/>
                </a:cubicBezTo>
                <a:cubicBezTo>
                  <a:pt x="3753636" y="780654"/>
                  <a:pt x="3717576" y="778632"/>
                  <a:pt x="3681796" y="776609"/>
                </a:cubicBezTo>
                <a:close/>
                <a:moveTo>
                  <a:pt x="1744935" y="726787"/>
                </a:moveTo>
                <a:cubicBezTo>
                  <a:pt x="1778383" y="726759"/>
                  <a:pt x="1811888" y="739397"/>
                  <a:pt x="1837501" y="764701"/>
                </a:cubicBezTo>
                <a:cubicBezTo>
                  <a:pt x="1890355" y="816937"/>
                  <a:pt x="1890691" y="898550"/>
                  <a:pt x="1838230" y="950956"/>
                </a:cubicBezTo>
                <a:cubicBezTo>
                  <a:pt x="1787173" y="1002014"/>
                  <a:pt x="1704831" y="1002631"/>
                  <a:pt x="1653436" y="952304"/>
                </a:cubicBezTo>
                <a:cubicBezTo>
                  <a:pt x="1601817" y="901752"/>
                  <a:pt x="1601480" y="816040"/>
                  <a:pt x="1652706" y="764870"/>
                </a:cubicBezTo>
                <a:cubicBezTo>
                  <a:pt x="1678094" y="739509"/>
                  <a:pt x="1711486" y="726815"/>
                  <a:pt x="1744935" y="726787"/>
                </a:cubicBezTo>
                <a:close/>
                <a:moveTo>
                  <a:pt x="2319498" y="681311"/>
                </a:moveTo>
                <a:cubicBezTo>
                  <a:pt x="2364980" y="681627"/>
                  <a:pt x="2410476" y="699377"/>
                  <a:pt x="2445189" y="734482"/>
                </a:cubicBezTo>
                <a:cubicBezTo>
                  <a:pt x="2513883" y="803963"/>
                  <a:pt x="2513321" y="913829"/>
                  <a:pt x="2444010" y="983196"/>
                </a:cubicBezTo>
                <a:cubicBezTo>
                  <a:pt x="2375202" y="1052005"/>
                  <a:pt x="2264044" y="1052623"/>
                  <a:pt x="2194733" y="984657"/>
                </a:cubicBezTo>
                <a:cubicBezTo>
                  <a:pt x="2125420" y="916637"/>
                  <a:pt x="2125028" y="801492"/>
                  <a:pt x="2193890" y="732740"/>
                </a:cubicBezTo>
                <a:cubicBezTo>
                  <a:pt x="2228546" y="698112"/>
                  <a:pt x="2274015" y="680996"/>
                  <a:pt x="2319498" y="681311"/>
                </a:cubicBezTo>
                <a:close/>
                <a:moveTo>
                  <a:pt x="1460489" y="500893"/>
                </a:moveTo>
                <a:cubicBezTo>
                  <a:pt x="1479060" y="500739"/>
                  <a:pt x="1497680" y="507648"/>
                  <a:pt x="1511947" y="521662"/>
                </a:cubicBezTo>
                <a:cubicBezTo>
                  <a:pt x="1540537" y="549689"/>
                  <a:pt x="1540874" y="595467"/>
                  <a:pt x="1512677" y="624169"/>
                </a:cubicBezTo>
                <a:cubicBezTo>
                  <a:pt x="1484368" y="653039"/>
                  <a:pt x="1439096" y="653433"/>
                  <a:pt x="1410338" y="625012"/>
                </a:cubicBezTo>
                <a:cubicBezTo>
                  <a:pt x="1381692" y="596702"/>
                  <a:pt x="1381244" y="550926"/>
                  <a:pt x="1409328" y="522504"/>
                </a:cubicBezTo>
                <a:cubicBezTo>
                  <a:pt x="1423398" y="508265"/>
                  <a:pt x="1441919" y="501047"/>
                  <a:pt x="1460489" y="500893"/>
                </a:cubicBezTo>
                <a:close/>
                <a:moveTo>
                  <a:pt x="2033480" y="443221"/>
                </a:moveTo>
                <a:cubicBezTo>
                  <a:pt x="2066078" y="443291"/>
                  <a:pt x="2098628" y="455606"/>
                  <a:pt x="2123342" y="480152"/>
                </a:cubicBezTo>
                <a:cubicBezTo>
                  <a:pt x="2173164" y="529637"/>
                  <a:pt x="2173164" y="613272"/>
                  <a:pt x="2123399" y="662756"/>
                </a:cubicBezTo>
                <a:cubicBezTo>
                  <a:pt x="2073183" y="712690"/>
                  <a:pt x="1991571" y="711959"/>
                  <a:pt x="1941357" y="661183"/>
                </a:cubicBezTo>
                <a:cubicBezTo>
                  <a:pt x="1890973" y="610238"/>
                  <a:pt x="1891815" y="530310"/>
                  <a:pt x="1943322" y="479759"/>
                </a:cubicBezTo>
                <a:cubicBezTo>
                  <a:pt x="1968233" y="455325"/>
                  <a:pt x="2000881" y="443151"/>
                  <a:pt x="2033480" y="443221"/>
                </a:cubicBezTo>
                <a:close/>
                <a:moveTo>
                  <a:pt x="2604728" y="404661"/>
                </a:moveTo>
                <a:cubicBezTo>
                  <a:pt x="2647606" y="404858"/>
                  <a:pt x="2690448" y="421680"/>
                  <a:pt x="2723616" y="455101"/>
                </a:cubicBezTo>
                <a:cubicBezTo>
                  <a:pt x="2789333" y="521267"/>
                  <a:pt x="2789053" y="628381"/>
                  <a:pt x="2723054" y="693649"/>
                </a:cubicBezTo>
                <a:cubicBezTo>
                  <a:pt x="2657225" y="758693"/>
                  <a:pt x="2548987" y="758187"/>
                  <a:pt x="2483945" y="692526"/>
                </a:cubicBezTo>
                <a:cubicBezTo>
                  <a:pt x="2418508" y="626471"/>
                  <a:pt x="2419239" y="519918"/>
                  <a:pt x="2485629" y="453977"/>
                </a:cubicBezTo>
                <a:cubicBezTo>
                  <a:pt x="2518938" y="420893"/>
                  <a:pt x="2561850" y="404464"/>
                  <a:pt x="2604728" y="404661"/>
                </a:cubicBezTo>
                <a:close/>
                <a:moveTo>
                  <a:pt x="1749323" y="218441"/>
                </a:moveTo>
                <a:cubicBezTo>
                  <a:pt x="1766658" y="218869"/>
                  <a:pt x="1783888" y="226157"/>
                  <a:pt x="1797283" y="240199"/>
                </a:cubicBezTo>
                <a:cubicBezTo>
                  <a:pt x="1822559" y="266712"/>
                  <a:pt x="1822167" y="309456"/>
                  <a:pt x="1796442" y="335237"/>
                </a:cubicBezTo>
                <a:cubicBezTo>
                  <a:pt x="1770322" y="361411"/>
                  <a:pt x="1724602" y="361243"/>
                  <a:pt x="1698820" y="334900"/>
                </a:cubicBezTo>
                <a:cubicBezTo>
                  <a:pt x="1672533" y="308051"/>
                  <a:pt x="1673375" y="264295"/>
                  <a:pt x="1700729" y="237840"/>
                </a:cubicBezTo>
                <a:cubicBezTo>
                  <a:pt x="1714548" y="224443"/>
                  <a:pt x="1731988" y="218012"/>
                  <a:pt x="1749323" y="218441"/>
                </a:cubicBezTo>
                <a:close/>
                <a:moveTo>
                  <a:pt x="2317419" y="168341"/>
                </a:moveTo>
                <a:cubicBezTo>
                  <a:pt x="2347539" y="168375"/>
                  <a:pt x="2377645" y="179931"/>
                  <a:pt x="2400758" y="203017"/>
                </a:cubicBezTo>
                <a:cubicBezTo>
                  <a:pt x="2447772" y="249918"/>
                  <a:pt x="2447210" y="325520"/>
                  <a:pt x="2399580" y="371860"/>
                </a:cubicBezTo>
                <a:cubicBezTo>
                  <a:pt x="2353128" y="417075"/>
                  <a:pt x="2278368" y="416064"/>
                  <a:pt x="2232704" y="369613"/>
                </a:cubicBezTo>
                <a:cubicBezTo>
                  <a:pt x="2187038" y="323217"/>
                  <a:pt x="2187655" y="248795"/>
                  <a:pt x="2233995" y="202792"/>
                </a:cubicBezTo>
                <a:cubicBezTo>
                  <a:pt x="2257164" y="179791"/>
                  <a:pt x="2287298" y="168304"/>
                  <a:pt x="2317419" y="168341"/>
                </a:cubicBezTo>
                <a:close/>
                <a:moveTo>
                  <a:pt x="2891294" y="131872"/>
                </a:moveTo>
                <a:cubicBezTo>
                  <a:pt x="2930977" y="132006"/>
                  <a:pt x="2970618" y="147101"/>
                  <a:pt x="3000584" y="177123"/>
                </a:cubicBezTo>
                <a:cubicBezTo>
                  <a:pt x="3060853" y="237505"/>
                  <a:pt x="3060740" y="334844"/>
                  <a:pt x="3000415" y="395562"/>
                </a:cubicBezTo>
                <a:cubicBezTo>
                  <a:pt x="2939697" y="456674"/>
                  <a:pt x="2843704" y="457235"/>
                  <a:pt x="2782425" y="396853"/>
                </a:cubicBezTo>
                <a:cubicBezTo>
                  <a:pt x="2720583" y="335911"/>
                  <a:pt x="2720302" y="237167"/>
                  <a:pt x="2781751" y="176393"/>
                </a:cubicBezTo>
                <a:cubicBezTo>
                  <a:pt x="2811886" y="146567"/>
                  <a:pt x="2851611" y="131739"/>
                  <a:pt x="2891294" y="131872"/>
                </a:cubicBezTo>
                <a:close/>
                <a:moveTo>
                  <a:pt x="5103362" y="127587"/>
                </a:moveTo>
                <a:lnTo>
                  <a:pt x="5103362" y="449989"/>
                </a:lnTo>
                <a:lnTo>
                  <a:pt x="5049615" y="414605"/>
                </a:lnTo>
                <a:cubicBezTo>
                  <a:pt x="4980584" y="346134"/>
                  <a:pt x="4980696" y="230990"/>
                  <a:pt x="5049840" y="162688"/>
                </a:cubicBezTo>
                <a:close/>
                <a:moveTo>
                  <a:pt x="3461075" y="109651"/>
                </a:moveTo>
                <a:cubicBezTo>
                  <a:pt x="3506256" y="109904"/>
                  <a:pt x="3551401" y="127751"/>
                  <a:pt x="3586310" y="163138"/>
                </a:cubicBezTo>
                <a:cubicBezTo>
                  <a:pt x="3654499" y="232169"/>
                  <a:pt x="3654106" y="344057"/>
                  <a:pt x="3585524" y="412414"/>
                </a:cubicBezTo>
                <a:cubicBezTo>
                  <a:pt x="3517278" y="480377"/>
                  <a:pt x="3404381" y="480657"/>
                  <a:pt x="3335630" y="413032"/>
                </a:cubicBezTo>
                <a:cubicBezTo>
                  <a:pt x="3265868" y="344450"/>
                  <a:pt x="3265868" y="231327"/>
                  <a:pt x="3335630" y="161734"/>
                </a:cubicBezTo>
                <a:cubicBezTo>
                  <a:pt x="3370679" y="126741"/>
                  <a:pt x="3415894" y="109399"/>
                  <a:pt x="3461075" y="109651"/>
                </a:cubicBezTo>
                <a:close/>
                <a:moveTo>
                  <a:pt x="4628413" y="101260"/>
                </a:moveTo>
                <a:cubicBezTo>
                  <a:pt x="4670322" y="106912"/>
                  <a:pt x="4710243" y="126627"/>
                  <a:pt x="4739956" y="159093"/>
                </a:cubicBezTo>
                <a:cubicBezTo>
                  <a:pt x="4803147" y="228068"/>
                  <a:pt x="4807920" y="330127"/>
                  <a:pt x="4750460" y="402641"/>
                </a:cubicBezTo>
                <a:cubicBezTo>
                  <a:pt x="4718275" y="443306"/>
                  <a:pt x="4675644" y="466559"/>
                  <a:pt x="4624025" y="472681"/>
                </a:cubicBezTo>
                <a:cubicBezTo>
                  <a:pt x="4572294" y="478804"/>
                  <a:pt x="4526516" y="462515"/>
                  <a:pt x="4483210" y="434095"/>
                </a:cubicBezTo>
                <a:cubicBezTo>
                  <a:pt x="4523146" y="487846"/>
                  <a:pt x="4538986" y="547105"/>
                  <a:pt x="4528313" y="614282"/>
                </a:cubicBezTo>
                <a:cubicBezTo>
                  <a:pt x="4555612" y="611979"/>
                  <a:pt x="4581617" y="607599"/>
                  <a:pt x="4607567" y="608273"/>
                </a:cubicBezTo>
                <a:cubicBezTo>
                  <a:pt x="4632956" y="608890"/>
                  <a:pt x="4658232" y="614675"/>
                  <a:pt x="4683338" y="618158"/>
                </a:cubicBezTo>
                <a:cubicBezTo>
                  <a:pt x="4659524" y="441677"/>
                  <a:pt x="4802754" y="355515"/>
                  <a:pt x="4907395" y="365008"/>
                </a:cubicBezTo>
                <a:cubicBezTo>
                  <a:pt x="5016476" y="374892"/>
                  <a:pt x="5128138" y="478916"/>
                  <a:pt x="5091010" y="636245"/>
                </a:cubicBezTo>
                <a:lnTo>
                  <a:pt x="5103362" y="634121"/>
                </a:lnTo>
                <a:lnTo>
                  <a:pt x="5103362" y="6223115"/>
                </a:lnTo>
                <a:lnTo>
                  <a:pt x="5086293" y="6220746"/>
                </a:lnTo>
                <a:cubicBezTo>
                  <a:pt x="5104659" y="6292698"/>
                  <a:pt x="5094886" y="6361673"/>
                  <a:pt x="5043043" y="6421156"/>
                </a:cubicBezTo>
                <a:cubicBezTo>
                  <a:pt x="5002714" y="6467438"/>
                  <a:pt x="4951320" y="6490749"/>
                  <a:pt x="4890096" y="6493052"/>
                </a:cubicBezTo>
                <a:cubicBezTo>
                  <a:pt x="4787026" y="6496983"/>
                  <a:pt x="4658512" y="6409135"/>
                  <a:pt x="4679408" y="6241248"/>
                </a:cubicBezTo>
                <a:cubicBezTo>
                  <a:pt x="4654244" y="6244281"/>
                  <a:pt x="4629360" y="6249336"/>
                  <a:pt x="4604422" y="6249617"/>
                </a:cubicBezTo>
                <a:cubicBezTo>
                  <a:pt x="4579932" y="6249954"/>
                  <a:pt x="4555332" y="6245460"/>
                  <a:pt x="4528594" y="6242876"/>
                </a:cubicBezTo>
                <a:cubicBezTo>
                  <a:pt x="4537638" y="6302190"/>
                  <a:pt x="4527247" y="6358753"/>
                  <a:pt x="4492759" y="6411833"/>
                </a:cubicBezTo>
                <a:cubicBezTo>
                  <a:pt x="4552635" y="6379815"/>
                  <a:pt x="4613184" y="6370490"/>
                  <a:pt x="4676038" y="6397733"/>
                </a:cubicBezTo>
                <a:cubicBezTo>
                  <a:pt x="4715860" y="6414977"/>
                  <a:pt x="4746023" y="6443230"/>
                  <a:pt x="4766470" y="6481368"/>
                </a:cubicBezTo>
                <a:cubicBezTo>
                  <a:pt x="4807135" y="6557364"/>
                  <a:pt x="4790172" y="6652121"/>
                  <a:pt x="4726252" y="6708121"/>
                </a:cubicBezTo>
                <a:cubicBezTo>
                  <a:pt x="4658062" y="6767884"/>
                  <a:pt x="4562240" y="6772771"/>
                  <a:pt x="4489388" y="6718961"/>
                </a:cubicBezTo>
                <a:cubicBezTo>
                  <a:pt x="4449397" y="6689416"/>
                  <a:pt x="4425412" y="6649032"/>
                  <a:pt x="4416987" y="6599997"/>
                </a:cubicBezTo>
                <a:cubicBezTo>
                  <a:pt x="4408618" y="6551299"/>
                  <a:pt x="4419796" y="6506082"/>
                  <a:pt x="4444622" y="6461765"/>
                </a:cubicBezTo>
                <a:cubicBezTo>
                  <a:pt x="4352281" y="6516137"/>
                  <a:pt x="4263310" y="6512093"/>
                  <a:pt x="4173160" y="6447387"/>
                </a:cubicBezTo>
                <a:cubicBezTo>
                  <a:pt x="4238203" y="6548490"/>
                  <a:pt x="4227138" y="6651447"/>
                  <a:pt x="4148333" y="6716209"/>
                </a:cubicBezTo>
                <a:cubicBezTo>
                  <a:pt x="4075034" y="6776421"/>
                  <a:pt x="3965953" y="6771142"/>
                  <a:pt x="3898327" y="6704020"/>
                </a:cubicBezTo>
                <a:cubicBezTo>
                  <a:pt x="3830137" y="6636337"/>
                  <a:pt x="3823959" y="6528774"/>
                  <a:pt x="3884003" y="6454577"/>
                </a:cubicBezTo>
                <a:cubicBezTo>
                  <a:pt x="3949328" y="6373806"/>
                  <a:pt x="4051386" y="6361841"/>
                  <a:pt x="4148727" y="6423233"/>
                </a:cubicBezTo>
                <a:cubicBezTo>
                  <a:pt x="4110700" y="6368581"/>
                  <a:pt x="4093064" y="6308987"/>
                  <a:pt x="4105926" y="6239731"/>
                </a:cubicBezTo>
                <a:cubicBezTo>
                  <a:pt x="4052173" y="6254167"/>
                  <a:pt x="4001621" y="6253661"/>
                  <a:pt x="3947811" y="6236079"/>
                </a:cubicBezTo>
                <a:cubicBezTo>
                  <a:pt x="3960786" y="6318761"/>
                  <a:pt x="3940847" y="6388522"/>
                  <a:pt x="3879679" y="6442106"/>
                </a:cubicBezTo>
                <a:cubicBezTo>
                  <a:pt x="3834688" y="6481536"/>
                  <a:pt x="3780822" y="6497713"/>
                  <a:pt x="3720778" y="6491816"/>
                </a:cubicBezTo>
                <a:cubicBezTo>
                  <a:pt x="3614562" y="6481368"/>
                  <a:pt x="3505427" y="6379591"/>
                  <a:pt x="3542554" y="6218669"/>
                </a:cubicBezTo>
                <a:cubicBezTo>
                  <a:pt x="3479757" y="6240685"/>
                  <a:pt x="3418647" y="6238328"/>
                  <a:pt x="3355064" y="6210410"/>
                </a:cubicBezTo>
                <a:cubicBezTo>
                  <a:pt x="3373712" y="6269725"/>
                  <a:pt x="3372589" y="6323198"/>
                  <a:pt x="3345572" y="6374872"/>
                </a:cubicBezTo>
                <a:cubicBezTo>
                  <a:pt x="3325913" y="6412506"/>
                  <a:pt x="3296929" y="6440253"/>
                  <a:pt x="3259072" y="6458901"/>
                </a:cubicBezTo>
                <a:cubicBezTo>
                  <a:pt x="3183468" y="6496086"/>
                  <a:pt x="3090790" y="6479627"/>
                  <a:pt x="3032937" y="6418909"/>
                </a:cubicBezTo>
                <a:cubicBezTo>
                  <a:pt x="2967388" y="6350103"/>
                  <a:pt x="2962952" y="6262592"/>
                  <a:pt x="3020580" y="6160252"/>
                </a:cubicBezTo>
                <a:cubicBezTo>
                  <a:pt x="2935259" y="6217713"/>
                  <a:pt x="2850051" y="6223554"/>
                  <a:pt x="2764900" y="6163510"/>
                </a:cubicBezTo>
                <a:cubicBezTo>
                  <a:pt x="2724290" y="6134864"/>
                  <a:pt x="2700418" y="6094310"/>
                  <a:pt x="2688623" y="6046567"/>
                </a:cubicBezTo>
                <a:cubicBezTo>
                  <a:pt x="2676828" y="5998712"/>
                  <a:pt x="2684018" y="5952316"/>
                  <a:pt x="2705080" y="5904461"/>
                </a:cubicBezTo>
                <a:cubicBezTo>
                  <a:pt x="2611054" y="5944678"/>
                  <a:pt x="2526464" y="5936926"/>
                  <a:pt x="2454344" y="5869242"/>
                </a:cubicBezTo>
                <a:cubicBezTo>
                  <a:pt x="2385930" y="5804986"/>
                  <a:pt x="2371776" y="5724385"/>
                  <a:pt x="2400478" y="5632211"/>
                </a:cubicBezTo>
                <a:cubicBezTo>
                  <a:pt x="2309653" y="5661588"/>
                  <a:pt x="2227143" y="5648332"/>
                  <a:pt x="2161538" y="5581603"/>
                </a:cubicBezTo>
                <a:cubicBezTo>
                  <a:pt x="2096830" y="5515718"/>
                  <a:pt x="2083631" y="5434161"/>
                  <a:pt x="2114806" y="5342325"/>
                </a:cubicBezTo>
                <a:cubicBezTo>
                  <a:pt x="2021452" y="5371814"/>
                  <a:pt x="1939110" y="5358614"/>
                  <a:pt x="1873617" y="5288571"/>
                </a:cubicBezTo>
                <a:cubicBezTo>
                  <a:pt x="1807843" y="5218136"/>
                  <a:pt x="1799586" y="5135175"/>
                  <a:pt x="1836209" y="5044183"/>
                </a:cubicBezTo>
                <a:cubicBezTo>
                  <a:pt x="1737183" y="5079681"/>
                  <a:pt x="1650515" y="5065695"/>
                  <a:pt x="1584966" y="4983913"/>
                </a:cubicBezTo>
                <a:cubicBezTo>
                  <a:pt x="1529977" y="4915331"/>
                  <a:pt x="1523574" y="4837145"/>
                  <a:pt x="1565363" y="4759071"/>
                </a:cubicBezTo>
                <a:cubicBezTo>
                  <a:pt x="1612545" y="4670942"/>
                  <a:pt x="1691181" y="4643251"/>
                  <a:pt x="1788296" y="4653192"/>
                </a:cubicBezTo>
                <a:cubicBezTo>
                  <a:pt x="1784814" y="4630389"/>
                  <a:pt x="1779871" y="4608313"/>
                  <a:pt x="1778412" y="4585958"/>
                </a:cubicBezTo>
                <a:cubicBezTo>
                  <a:pt x="1777007" y="4564334"/>
                  <a:pt x="1779085" y="4542540"/>
                  <a:pt x="1779703" y="4517658"/>
                </a:cubicBezTo>
                <a:cubicBezTo>
                  <a:pt x="1732746" y="4522825"/>
                  <a:pt x="1687474" y="4516141"/>
                  <a:pt x="1639787" y="4493337"/>
                </a:cubicBezTo>
                <a:cubicBezTo>
                  <a:pt x="1663546" y="4569725"/>
                  <a:pt x="1656356" y="4636005"/>
                  <a:pt x="1607995" y="4694139"/>
                </a:cubicBezTo>
                <a:cubicBezTo>
                  <a:pt x="1570644" y="4739074"/>
                  <a:pt x="1522001" y="4762441"/>
                  <a:pt x="1463586" y="4764014"/>
                </a:cubicBezTo>
                <a:cubicBezTo>
                  <a:pt x="1350855" y="4767102"/>
                  <a:pt x="1259471" y="4672851"/>
                  <a:pt x="1265143" y="4559896"/>
                </a:cubicBezTo>
                <a:cubicBezTo>
                  <a:pt x="1267276" y="4517658"/>
                  <a:pt x="1282162" y="4480081"/>
                  <a:pt x="1308392" y="4447165"/>
                </a:cubicBezTo>
                <a:cubicBezTo>
                  <a:pt x="1335409" y="4413240"/>
                  <a:pt x="1370908" y="4392064"/>
                  <a:pt x="1412696" y="4381280"/>
                </a:cubicBezTo>
                <a:cubicBezTo>
                  <a:pt x="1453307" y="4370778"/>
                  <a:pt x="1493355" y="4375439"/>
                  <a:pt x="1538122" y="4390997"/>
                </a:cubicBezTo>
                <a:cubicBezTo>
                  <a:pt x="1509026" y="4325111"/>
                  <a:pt x="1506556" y="4263158"/>
                  <a:pt x="1530033" y="4197665"/>
                </a:cubicBezTo>
                <a:cubicBezTo>
                  <a:pt x="1455273" y="4217044"/>
                  <a:pt x="1389611" y="4208393"/>
                  <a:pt x="1331758" y="4162448"/>
                </a:cubicBezTo>
                <a:cubicBezTo>
                  <a:pt x="1283847" y="4124422"/>
                  <a:pt x="1256493" y="4074487"/>
                  <a:pt x="1252505" y="4013208"/>
                </a:cubicBezTo>
                <a:cubicBezTo>
                  <a:pt x="1248012" y="3944288"/>
                  <a:pt x="1271769" y="3885367"/>
                  <a:pt x="1323726" y="3840208"/>
                </a:cubicBezTo>
                <a:cubicBezTo>
                  <a:pt x="1375513" y="3795217"/>
                  <a:pt x="1437355" y="3780894"/>
                  <a:pt x="1507847" y="3793195"/>
                </a:cubicBezTo>
                <a:cubicBezTo>
                  <a:pt x="1492120" y="3742081"/>
                  <a:pt x="1491446" y="3693327"/>
                  <a:pt x="1505600" y="3640584"/>
                </a:cubicBezTo>
                <a:cubicBezTo>
                  <a:pt x="1442074" y="3651594"/>
                  <a:pt x="1386972" y="3639013"/>
                  <a:pt x="1334678" y="3607614"/>
                </a:cubicBezTo>
                <a:cubicBezTo>
                  <a:pt x="1364393" y="3663108"/>
                  <a:pt x="1373436" y="3719334"/>
                  <a:pt x="1351922" y="3778197"/>
                </a:cubicBezTo>
                <a:cubicBezTo>
                  <a:pt x="1336645" y="3819820"/>
                  <a:pt x="1309908" y="3852172"/>
                  <a:pt x="1271490" y="3874977"/>
                </a:cubicBezTo>
                <a:cubicBezTo>
                  <a:pt x="1197291" y="3918956"/>
                  <a:pt x="1099782" y="3905476"/>
                  <a:pt x="1040975" y="3842623"/>
                </a:cubicBezTo>
                <a:cubicBezTo>
                  <a:pt x="980313" y="3777749"/>
                  <a:pt x="972168" y="3678667"/>
                  <a:pt x="1021766" y="3608400"/>
                </a:cubicBezTo>
                <a:cubicBezTo>
                  <a:pt x="1080517" y="3525215"/>
                  <a:pt x="1169264" y="3506847"/>
                  <a:pt x="1286543" y="3557904"/>
                </a:cubicBezTo>
                <a:cubicBezTo>
                  <a:pt x="1258459" y="3513587"/>
                  <a:pt x="1243967" y="3470281"/>
                  <a:pt x="1245429" y="3422821"/>
                </a:cubicBezTo>
                <a:cubicBezTo>
                  <a:pt x="1246887" y="3375135"/>
                  <a:pt x="1263291" y="3332672"/>
                  <a:pt x="1290811" y="3292794"/>
                </a:cubicBezTo>
                <a:cubicBezTo>
                  <a:pt x="1236890" y="3326383"/>
                  <a:pt x="1180272" y="3339919"/>
                  <a:pt x="1118824" y="3320597"/>
                </a:cubicBezTo>
                <a:cubicBezTo>
                  <a:pt x="1077484" y="3307623"/>
                  <a:pt x="1044007" y="3283638"/>
                  <a:pt x="1019967" y="3247298"/>
                </a:cubicBezTo>
                <a:cubicBezTo>
                  <a:pt x="969697" y="3171189"/>
                  <a:pt x="978290" y="3075534"/>
                  <a:pt x="1040975" y="3011167"/>
                </a:cubicBezTo>
                <a:cubicBezTo>
                  <a:pt x="1101355" y="2949156"/>
                  <a:pt x="1197629" y="2936630"/>
                  <a:pt x="1271883" y="2982576"/>
                </a:cubicBezTo>
                <a:cubicBezTo>
                  <a:pt x="1318615" y="3011503"/>
                  <a:pt x="1348046" y="3053572"/>
                  <a:pt x="1358382" y="3108056"/>
                </a:cubicBezTo>
                <a:cubicBezTo>
                  <a:pt x="1368661" y="3162147"/>
                  <a:pt x="1354395" y="3211296"/>
                  <a:pt x="1325693" y="3257858"/>
                </a:cubicBezTo>
                <a:cubicBezTo>
                  <a:pt x="1379782" y="3219719"/>
                  <a:pt x="1438254" y="3206071"/>
                  <a:pt x="1505824" y="3216910"/>
                </a:cubicBezTo>
                <a:cubicBezTo>
                  <a:pt x="1490827" y="3163439"/>
                  <a:pt x="1492288" y="3112831"/>
                  <a:pt x="1508633" y="3062336"/>
                </a:cubicBezTo>
                <a:cubicBezTo>
                  <a:pt x="1328725" y="3085870"/>
                  <a:pt x="1244698" y="2945729"/>
                  <a:pt x="1251719" y="2841649"/>
                </a:cubicBezTo>
                <a:cubicBezTo>
                  <a:pt x="1258852" y="2736501"/>
                  <a:pt x="1359168" y="2615685"/>
                  <a:pt x="1521777" y="2652921"/>
                </a:cubicBezTo>
                <a:cubicBezTo>
                  <a:pt x="1518519" y="2622423"/>
                  <a:pt x="1511779" y="2591699"/>
                  <a:pt x="1512902" y="2561258"/>
                </a:cubicBezTo>
                <a:cubicBezTo>
                  <a:pt x="1514026" y="2531379"/>
                  <a:pt x="1523124" y="2501776"/>
                  <a:pt x="1528854" y="2471218"/>
                </a:cubicBezTo>
                <a:cubicBezTo>
                  <a:pt x="1415393" y="2497733"/>
                  <a:pt x="1324625" y="2466051"/>
                  <a:pt x="1278119" y="2349724"/>
                </a:cubicBezTo>
                <a:cubicBezTo>
                  <a:pt x="1247450" y="2272944"/>
                  <a:pt x="1274131" y="2189253"/>
                  <a:pt x="1339959" y="2134034"/>
                </a:cubicBezTo>
                <a:cubicBezTo>
                  <a:pt x="1405282" y="2079218"/>
                  <a:pt x="1488076" y="2078038"/>
                  <a:pt x="1584011" y="2131898"/>
                </a:cubicBezTo>
                <a:cubicBezTo>
                  <a:pt x="1527000" y="2044562"/>
                  <a:pt x="1519754" y="1956827"/>
                  <a:pt x="1584854" y="1874651"/>
                </a:cubicBezTo>
                <a:cubicBezTo>
                  <a:pt x="1651133" y="1790960"/>
                  <a:pt x="1739094" y="1777424"/>
                  <a:pt x="1839972" y="1815562"/>
                </a:cubicBezTo>
                <a:cubicBezTo>
                  <a:pt x="1802002" y="1725636"/>
                  <a:pt x="1807899" y="1642113"/>
                  <a:pt x="1872943" y="1570216"/>
                </a:cubicBezTo>
                <a:cubicBezTo>
                  <a:pt x="1937705" y="1498658"/>
                  <a:pt x="2019487" y="1483605"/>
                  <a:pt x="2113400" y="1512756"/>
                </a:cubicBezTo>
                <a:cubicBezTo>
                  <a:pt x="2086720" y="1430020"/>
                  <a:pt x="2096494" y="1355035"/>
                  <a:pt x="2150134" y="1286003"/>
                </a:cubicBezTo>
                <a:cubicBezTo>
                  <a:pt x="2093404" y="1323356"/>
                  <a:pt x="2033585" y="1337286"/>
                  <a:pt x="1968823" y="1312964"/>
                </a:cubicBezTo>
                <a:cubicBezTo>
                  <a:pt x="1929056" y="1298079"/>
                  <a:pt x="1898555" y="1271568"/>
                  <a:pt x="1877268" y="1234947"/>
                </a:cubicBezTo>
                <a:cubicBezTo>
                  <a:pt x="1833681" y="1159794"/>
                  <a:pt x="1849014" y="1068969"/>
                  <a:pt x="1915069" y="1009317"/>
                </a:cubicBezTo>
                <a:cubicBezTo>
                  <a:pt x="1977753" y="952698"/>
                  <a:pt x="2072454" y="949890"/>
                  <a:pt x="2143788" y="1003700"/>
                </a:cubicBezTo>
                <a:cubicBezTo>
                  <a:pt x="2183780" y="1033919"/>
                  <a:pt x="2205405" y="1075483"/>
                  <a:pt x="2211358" y="1124969"/>
                </a:cubicBezTo>
                <a:cubicBezTo>
                  <a:pt x="2217312" y="1174397"/>
                  <a:pt x="2202371" y="1218602"/>
                  <a:pt x="2174624" y="1260502"/>
                </a:cubicBezTo>
                <a:cubicBezTo>
                  <a:pt x="2244555" y="1208997"/>
                  <a:pt x="2319596" y="1197933"/>
                  <a:pt x="2404522" y="1227813"/>
                </a:cubicBezTo>
                <a:cubicBezTo>
                  <a:pt x="2374528" y="1134742"/>
                  <a:pt x="2387278" y="1052343"/>
                  <a:pt x="2457096" y="986849"/>
                </a:cubicBezTo>
                <a:cubicBezTo>
                  <a:pt x="2527419" y="920906"/>
                  <a:pt x="2610381" y="912707"/>
                  <a:pt x="2701992" y="949608"/>
                </a:cubicBezTo>
                <a:cubicBezTo>
                  <a:pt x="2663629" y="844855"/>
                  <a:pt x="2682108" y="755265"/>
                  <a:pt x="2771415" y="690109"/>
                </a:cubicBezTo>
                <a:cubicBezTo>
                  <a:pt x="2838369" y="641187"/>
                  <a:pt x="2913691" y="637986"/>
                  <a:pt x="2987160" y="677978"/>
                </a:cubicBezTo>
                <a:cubicBezTo>
                  <a:pt x="3074839" y="725721"/>
                  <a:pt x="3102642" y="804132"/>
                  <a:pt x="3092420" y="900855"/>
                </a:cubicBezTo>
                <a:cubicBezTo>
                  <a:pt x="3115280" y="897259"/>
                  <a:pt x="3137242" y="892148"/>
                  <a:pt x="3159428" y="890689"/>
                </a:cubicBezTo>
                <a:cubicBezTo>
                  <a:pt x="3181054" y="889284"/>
                  <a:pt x="3202960" y="891531"/>
                  <a:pt x="3227842" y="892260"/>
                </a:cubicBezTo>
                <a:cubicBezTo>
                  <a:pt x="3222898" y="844743"/>
                  <a:pt x="3229696" y="798684"/>
                  <a:pt x="3253006" y="750829"/>
                </a:cubicBezTo>
                <a:cubicBezTo>
                  <a:pt x="3192680" y="771723"/>
                  <a:pt x="3137804" y="770768"/>
                  <a:pt x="3085286" y="743077"/>
                </a:cubicBezTo>
                <a:cubicBezTo>
                  <a:pt x="3048102" y="723474"/>
                  <a:pt x="3019906" y="694379"/>
                  <a:pt x="3001426" y="656296"/>
                </a:cubicBezTo>
                <a:cubicBezTo>
                  <a:pt x="2963288" y="577772"/>
                  <a:pt x="2981150" y="487454"/>
                  <a:pt x="3046811" y="426961"/>
                </a:cubicBezTo>
                <a:cubicBezTo>
                  <a:pt x="3107809" y="370681"/>
                  <a:pt x="3202678" y="361356"/>
                  <a:pt x="3275080" y="404606"/>
                </a:cubicBezTo>
                <a:cubicBezTo>
                  <a:pt x="3356018" y="452910"/>
                  <a:pt x="3383934" y="535142"/>
                  <a:pt x="3357423" y="644782"/>
                </a:cubicBezTo>
                <a:cubicBezTo>
                  <a:pt x="3388090" y="638716"/>
                  <a:pt x="3419208" y="628718"/>
                  <a:pt x="3450607" y="627370"/>
                </a:cubicBezTo>
                <a:cubicBezTo>
                  <a:pt x="3482230" y="626021"/>
                  <a:pt x="3514190" y="633323"/>
                  <a:pt x="3546768" y="636919"/>
                </a:cubicBezTo>
                <a:cubicBezTo>
                  <a:pt x="3524018" y="538454"/>
                  <a:pt x="3548620" y="454316"/>
                  <a:pt x="3636525" y="397416"/>
                </a:cubicBezTo>
                <a:cubicBezTo>
                  <a:pt x="3706286" y="352313"/>
                  <a:pt x="3781552" y="351751"/>
                  <a:pt x="3852998" y="394159"/>
                </a:cubicBezTo>
                <a:cubicBezTo>
                  <a:pt x="3936914" y="443980"/>
                  <a:pt x="3964942" y="521829"/>
                  <a:pt x="3952922" y="616754"/>
                </a:cubicBezTo>
                <a:cubicBezTo>
                  <a:pt x="3978536" y="613664"/>
                  <a:pt x="4003754" y="608609"/>
                  <a:pt x="4029030" y="608217"/>
                </a:cubicBezTo>
                <a:cubicBezTo>
                  <a:pt x="4053408" y="607823"/>
                  <a:pt x="4077842" y="612205"/>
                  <a:pt x="4105027" y="614731"/>
                </a:cubicBezTo>
                <a:cubicBezTo>
                  <a:pt x="4094693" y="552554"/>
                  <a:pt x="4108004" y="495710"/>
                  <a:pt x="4143166" y="442576"/>
                </a:cubicBezTo>
                <a:cubicBezTo>
                  <a:pt x="4097838" y="469649"/>
                  <a:pt x="4050038" y="482792"/>
                  <a:pt x="3997969" y="472625"/>
                </a:cubicBezTo>
                <a:cubicBezTo>
                  <a:pt x="3945003" y="462291"/>
                  <a:pt x="3903156" y="434825"/>
                  <a:pt x="3874118" y="388767"/>
                </a:cubicBezTo>
                <a:cubicBezTo>
                  <a:pt x="3826319" y="312883"/>
                  <a:pt x="3838114" y="215991"/>
                  <a:pt x="3902820" y="153532"/>
                </a:cubicBezTo>
                <a:cubicBezTo>
                  <a:pt x="3965616" y="92926"/>
                  <a:pt x="4066551" y="84277"/>
                  <a:pt x="4136930" y="133985"/>
                </a:cubicBezTo>
                <a:cubicBezTo>
                  <a:pt x="4180068" y="164430"/>
                  <a:pt x="4207422" y="205431"/>
                  <a:pt x="4216409" y="257894"/>
                </a:cubicBezTo>
                <a:cubicBezTo>
                  <a:pt x="4225172" y="308951"/>
                  <a:pt x="4212140" y="355459"/>
                  <a:pt x="4183382" y="401012"/>
                </a:cubicBezTo>
                <a:cubicBezTo>
                  <a:pt x="4297574" y="342652"/>
                  <a:pt x="4370705" y="345123"/>
                  <a:pt x="4456699" y="407976"/>
                </a:cubicBezTo>
                <a:cubicBezTo>
                  <a:pt x="4426368" y="361806"/>
                  <a:pt x="4409405" y="312433"/>
                  <a:pt x="4418842" y="256714"/>
                </a:cubicBezTo>
                <a:cubicBezTo>
                  <a:pt x="4428333" y="200882"/>
                  <a:pt x="4457598" y="157745"/>
                  <a:pt x="4504948" y="127807"/>
                </a:cubicBezTo>
                <a:cubicBezTo>
                  <a:pt x="4542609" y="104020"/>
                  <a:pt x="4586504" y="95608"/>
                  <a:pt x="4628413" y="101260"/>
                </a:cubicBezTo>
                <a:close/>
                <a:moveTo>
                  <a:pt x="2501704" y="2"/>
                </a:moveTo>
                <a:lnTo>
                  <a:pt x="2706755" y="2"/>
                </a:lnTo>
                <a:lnTo>
                  <a:pt x="2698853" y="38742"/>
                </a:lnTo>
                <a:cubicBezTo>
                  <a:pt x="2693692" y="51156"/>
                  <a:pt x="2686011" y="62792"/>
                  <a:pt x="2675816" y="72875"/>
                </a:cubicBezTo>
                <a:cubicBezTo>
                  <a:pt x="2634813" y="113429"/>
                  <a:pt x="2571175" y="112698"/>
                  <a:pt x="2530564" y="71248"/>
                </a:cubicBezTo>
                <a:cubicBezTo>
                  <a:pt x="2520594" y="61053"/>
                  <a:pt x="2513177" y="49268"/>
                  <a:pt x="2508299" y="36719"/>
                </a:cubicBezTo>
                <a:close/>
                <a:moveTo>
                  <a:pt x="1974488" y="2"/>
                </a:moveTo>
                <a:lnTo>
                  <a:pt x="2090821" y="2"/>
                </a:lnTo>
                <a:lnTo>
                  <a:pt x="2091095" y="1339"/>
                </a:lnTo>
                <a:cubicBezTo>
                  <a:pt x="2091270" y="16216"/>
                  <a:pt x="2085822" y="31143"/>
                  <a:pt x="2074700" y="42602"/>
                </a:cubicBezTo>
                <a:cubicBezTo>
                  <a:pt x="2052289" y="65743"/>
                  <a:pt x="2015835" y="66641"/>
                  <a:pt x="1992358" y="44679"/>
                </a:cubicBezTo>
                <a:cubicBezTo>
                  <a:pt x="1980309" y="33417"/>
                  <a:pt x="1974172" y="18097"/>
                  <a:pt x="1973990" y="2693"/>
                </a:cubicBezTo>
                <a:close/>
                <a:moveTo>
                  <a:pt x="4736352" y="1"/>
                </a:moveTo>
                <a:lnTo>
                  <a:pt x="5038835" y="1"/>
                </a:lnTo>
                <a:lnTo>
                  <a:pt x="5039434" y="3283"/>
                </a:lnTo>
                <a:cubicBezTo>
                  <a:pt x="5039125" y="42067"/>
                  <a:pt x="5024310" y="80711"/>
                  <a:pt x="4995074" y="109778"/>
                </a:cubicBezTo>
                <a:cubicBezTo>
                  <a:pt x="4935424" y="169036"/>
                  <a:pt x="4839207" y="168025"/>
                  <a:pt x="4779780" y="107531"/>
                </a:cubicBezTo>
                <a:cubicBezTo>
                  <a:pt x="4764924" y="92393"/>
                  <a:pt x="4753886" y="75125"/>
                  <a:pt x="4746649" y="56807"/>
                </a:cubicBezTo>
                <a:close/>
                <a:moveTo>
                  <a:pt x="3041585" y="1"/>
                </a:moveTo>
                <a:lnTo>
                  <a:pt x="3309631" y="1"/>
                </a:lnTo>
                <a:lnTo>
                  <a:pt x="3309975" y="1786"/>
                </a:lnTo>
                <a:cubicBezTo>
                  <a:pt x="3310031" y="36309"/>
                  <a:pt x="3297154" y="70852"/>
                  <a:pt x="3271316" y="96915"/>
                </a:cubicBezTo>
                <a:cubicBezTo>
                  <a:pt x="3219248" y="149433"/>
                  <a:pt x="3134546" y="149769"/>
                  <a:pt x="3081691" y="97646"/>
                </a:cubicBezTo>
                <a:cubicBezTo>
                  <a:pt x="3054983" y="71331"/>
                  <a:pt x="3041376" y="37391"/>
                  <a:pt x="3040962" y="3367"/>
                </a:cubicBezTo>
                <a:close/>
                <a:moveTo>
                  <a:pt x="4161499" y="0"/>
                </a:moveTo>
                <a:lnTo>
                  <a:pt x="4475738" y="0"/>
                </a:lnTo>
                <a:lnTo>
                  <a:pt x="4476105" y="1835"/>
                </a:lnTo>
                <a:cubicBezTo>
                  <a:pt x="4476176" y="41953"/>
                  <a:pt x="4460631" y="82085"/>
                  <a:pt x="4429458" y="113203"/>
                </a:cubicBezTo>
                <a:cubicBezTo>
                  <a:pt x="4367446" y="175044"/>
                  <a:pt x="4267690" y="174988"/>
                  <a:pt x="4206299" y="113035"/>
                </a:cubicBezTo>
                <a:cubicBezTo>
                  <a:pt x="4176220" y="82648"/>
                  <a:pt x="4161139" y="42473"/>
                  <a:pt x="4161069" y="2277"/>
                </a:cubicBezTo>
                <a:close/>
                <a:moveTo>
                  <a:pt x="3592935" y="0"/>
                </a:moveTo>
                <a:lnTo>
                  <a:pt x="3896686" y="0"/>
                </a:lnTo>
                <a:lnTo>
                  <a:pt x="3897295" y="3232"/>
                </a:lnTo>
                <a:cubicBezTo>
                  <a:pt x="3896964" y="41967"/>
                  <a:pt x="3881644" y="80597"/>
                  <a:pt x="3851425" y="110338"/>
                </a:cubicBezTo>
                <a:cubicBezTo>
                  <a:pt x="3791325" y="169485"/>
                  <a:pt x="3695389" y="168810"/>
                  <a:pt x="3636244" y="108823"/>
                </a:cubicBezTo>
                <a:cubicBezTo>
                  <a:pt x="3606896" y="79053"/>
                  <a:pt x="3592432" y="39890"/>
                  <a:pt x="3592770" y="817"/>
                </a:cubicBezTo>
                <a:close/>
              </a:path>
            </a:pathLst>
          </a:custGeom>
          <a:noFill/>
          <a:ln>
            <a:noFill/>
          </a:ln>
        </p:spPr>
      </p:pic>
      <p:pic>
        <p:nvPicPr>
          <p:cNvPr id="180" name="Google Shape;180;p40"/>
          <p:cNvPicPr preferRelativeResize="0"/>
          <p:nvPr/>
        </p:nvPicPr>
        <p:blipFill rotWithShape="1">
          <a:blip r:embed="rId3">
            <a:alphaModFix/>
          </a:blip>
          <a:srcRect b="0" l="0" r="0" t="0"/>
          <a:stretch/>
        </p:blipFill>
        <p:spPr>
          <a:xfrm>
            <a:off x="359423" y="380696"/>
            <a:ext cx="1450519" cy="48001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181" name="Shape 181"/>
        <p:cNvGrpSpPr/>
        <p:nvPr/>
      </p:nvGrpSpPr>
      <p:grpSpPr>
        <a:xfrm>
          <a:off x="0" y="0"/>
          <a:ext cx="0" cy="0"/>
          <a:chOff x="0" y="0"/>
          <a:chExt cx="0" cy="0"/>
        </a:xfrm>
      </p:grpSpPr>
      <p:sp>
        <p:nvSpPr>
          <p:cNvPr id="182" name="Google Shape;182;p41"/>
          <p:cNvSpPr txBox="1"/>
          <p:nvPr>
            <p:ph idx="1" type="body"/>
          </p:nvPr>
        </p:nvSpPr>
        <p:spPr>
          <a:xfrm>
            <a:off x="309753" y="1028700"/>
            <a:ext cx="8524500" cy="1109400"/>
          </a:xfrm>
          <a:prstGeom prst="rect">
            <a:avLst/>
          </a:prstGeom>
          <a:noFill/>
          <a:ln>
            <a:noFill/>
          </a:ln>
        </p:spPr>
        <p:txBody>
          <a:bodyPr anchorCtr="0" anchor="t" bIns="0" lIns="0" spcFirstLastPara="1" rIns="0" wrap="square" tIns="0">
            <a:spAutoFit/>
          </a:bodyPr>
          <a:lstStyle>
            <a:lvl1pPr indent="-342900" lvl="0" marL="457200" algn="l">
              <a:lnSpc>
                <a:spcPct val="90000"/>
              </a:lnSpc>
              <a:spcBef>
                <a:spcPts val="900"/>
              </a:spcBef>
              <a:spcAft>
                <a:spcPts val="0"/>
              </a:spcAft>
              <a:buSzPts val="1800"/>
              <a:buChar char="•"/>
              <a:defRPr sz="1800"/>
            </a:lvl1pPr>
            <a:lvl2pPr indent="-323850" lvl="1" marL="914400" algn="l">
              <a:lnSpc>
                <a:spcPct val="90000"/>
              </a:lnSpc>
              <a:spcBef>
                <a:spcPts val="300"/>
              </a:spcBef>
              <a:spcAft>
                <a:spcPts val="0"/>
              </a:spcAft>
              <a:buSzPts val="1500"/>
              <a:buFont typeface="Arial"/>
              <a:buChar char="–"/>
              <a:defRPr/>
            </a:lvl2pPr>
            <a:lvl3pPr indent="-317500" lvl="2" marL="1371600" algn="l">
              <a:lnSpc>
                <a:spcPct val="90000"/>
              </a:lnSpc>
              <a:spcBef>
                <a:spcPts val="300"/>
              </a:spcBef>
              <a:spcAft>
                <a:spcPts val="0"/>
              </a:spcAft>
              <a:buSzPts val="1400"/>
              <a:buFont typeface="Arial"/>
              <a:buChar char="–"/>
              <a:defRPr sz="1400"/>
            </a:lvl3pPr>
            <a:lvl4pPr indent="-304800" lvl="3" marL="1828800" algn="l">
              <a:lnSpc>
                <a:spcPct val="90000"/>
              </a:lnSpc>
              <a:spcBef>
                <a:spcPts val="300"/>
              </a:spcBef>
              <a:spcAft>
                <a:spcPts val="0"/>
              </a:spcAft>
              <a:buSzPts val="1200"/>
              <a:buFont typeface="Arial"/>
              <a:buChar char="–"/>
              <a:defRPr/>
            </a:lvl4pPr>
            <a:lvl5pPr indent="-298450" lvl="4" marL="2286000" algn="l">
              <a:lnSpc>
                <a:spcPct val="90000"/>
              </a:lnSpc>
              <a:spcBef>
                <a:spcPts val="300"/>
              </a:spcBef>
              <a:spcAft>
                <a:spcPts val="0"/>
              </a:spcAft>
              <a:buSzPts val="1100"/>
              <a:buFont typeface="Arial"/>
              <a:buChar char="–"/>
              <a:defRPr sz="1100"/>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83" name="Google Shape;183;p41"/>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White">
  <p:cSld name="1_Section White">
    <p:spTree>
      <p:nvGrpSpPr>
        <p:cNvPr id="184" name="Shape 184"/>
        <p:cNvGrpSpPr/>
        <p:nvPr/>
      </p:nvGrpSpPr>
      <p:grpSpPr>
        <a:xfrm>
          <a:off x="0" y="0"/>
          <a:ext cx="0" cy="0"/>
          <a:chOff x="0" y="0"/>
          <a:chExt cx="0" cy="0"/>
        </a:xfrm>
      </p:grpSpPr>
      <p:sp>
        <p:nvSpPr>
          <p:cNvPr id="185" name="Google Shape;185;p42"/>
          <p:cNvSpPr/>
          <p:nvPr/>
        </p:nvSpPr>
        <p:spPr>
          <a:xfrm>
            <a:off x="-1" y="4068131"/>
            <a:ext cx="9144000" cy="1075200"/>
          </a:xfrm>
          <a:prstGeom prst="rect">
            <a:avLst/>
          </a:prstGeom>
          <a:gradFill>
            <a:gsLst>
              <a:gs pos="0">
                <a:srgbClr val="005C8A"/>
              </a:gs>
              <a:gs pos="14000">
                <a:srgbClr val="005C8A"/>
              </a:gs>
              <a:gs pos="98000">
                <a:srgbClr val="003753"/>
              </a:gs>
              <a:gs pos="100000">
                <a:srgbClr val="003753"/>
              </a:gs>
            </a:gsLst>
            <a:path path="circle">
              <a:fillToRect b="0%" l="100%" r="0%" t="100%"/>
            </a:path>
            <a:tileRect b="-100%" l="0%" r="-100%" t="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6" name="Google Shape;186;p42"/>
          <p:cNvSpPr/>
          <p:nvPr/>
        </p:nvSpPr>
        <p:spPr>
          <a:xfrm flipH="1" rot="10800000">
            <a:off x="0" y="-144"/>
            <a:ext cx="9144000" cy="1650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sp>
        <p:nvSpPr>
          <p:cNvPr id="187" name="Google Shape;187;p42"/>
          <p:cNvSpPr txBox="1"/>
          <p:nvPr/>
        </p:nvSpPr>
        <p:spPr>
          <a:xfrm>
            <a:off x="308610" y="4972050"/>
            <a:ext cx="5490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600">
                <a:solidFill>
                  <a:schemeClr val="lt1"/>
                </a:solidFill>
                <a:latin typeface="Arial"/>
                <a:ea typeface="Arial"/>
                <a:cs typeface="Arial"/>
                <a:sym typeface="Arial"/>
              </a:rPr>
              <a:t>Broadcom Proprietary and Confidential.  Copyright © 202</a:t>
            </a:r>
            <a:r>
              <a:rPr lang="en" sz="600">
                <a:solidFill>
                  <a:schemeClr val="lt1"/>
                </a:solidFill>
              </a:rPr>
              <a:t>4</a:t>
            </a:r>
            <a:r>
              <a:rPr lang="en" sz="600">
                <a:solidFill>
                  <a:schemeClr val="lt1"/>
                </a:solidFill>
                <a:latin typeface="Arial"/>
                <a:ea typeface="Arial"/>
                <a:cs typeface="Arial"/>
                <a:sym typeface="Arial"/>
              </a:rPr>
              <a:t> Broadcom.  All Rights Reserved. The term “Broadcom” refers to Broadcom Inc. and/or its subsidiaries.</a:t>
            </a:r>
            <a:endParaRPr sz="1100"/>
          </a:p>
        </p:txBody>
      </p:sp>
      <p:grpSp>
        <p:nvGrpSpPr>
          <p:cNvPr id="188" name="Google Shape;188;p42"/>
          <p:cNvGrpSpPr/>
          <p:nvPr/>
        </p:nvGrpSpPr>
        <p:grpSpPr>
          <a:xfrm>
            <a:off x="-1" y="4068131"/>
            <a:ext cx="9144000" cy="0"/>
            <a:chOff x="-1" y="5905500"/>
            <a:chExt cx="12192000" cy="0"/>
          </a:xfrm>
        </p:grpSpPr>
        <p:cxnSp>
          <p:nvCxnSpPr>
            <p:cNvPr id="189" name="Google Shape;189;p42"/>
            <p:cNvCxnSpPr/>
            <p:nvPr/>
          </p:nvCxnSpPr>
          <p:spPr>
            <a:xfrm>
              <a:off x="-1" y="5905500"/>
              <a:ext cx="12192000" cy="0"/>
            </a:xfrm>
            <a:prstGeom prst="straightConnector1">
              <a:avLst/>
            </a:prstGeom>
            <a:noFill/>
            <a:ln cap="flat" cmpd="sng" w="61925">
              <a:solidFill>
                <a:schemeClr val="accent5"/>
              </a:solidFill>
              <a:prstDash val="solid"/>
              <a:round/>
              <a:headEnd len="sm" w="sm" type="none"/>
              <a:tailEnd len="sm" w="sm" type="none"/>
            </a:ln>
          </p:spPr>
        </p:cxnSp>
        <p:cxnSp>
          <p:nvCxnSpPr>
            <p:cNvPr id="190" name="Google Shape;190;p42"/>
            <p:cNvCxnSpPr/>
            <p:nvPr/>
          </p:nvCxnSpPr>
          <p:spPr>
            <a:xfrm>
              <a:off x="9083040" y="5905500"/>
              <a:ext cx="3108900" cy="0"/>
            </a:xfrm>
            <a:prstGeom prst="straightConnector1">
              <a:avLst/>
            </a:prstGeom>
            <a:noFill/>
            <a:ln cap="flat" cmpd="sng" w="61925">
              <a:solidFill>
                <a:srgbClr val="707275"/>
              </a:solidFill>
              <a:prstDash val="solid"/>
              <a:round/>
              <a:headEnd len="sm" w="sm" type="none"/>
              <a:tailEnd len="sm" w="sm" type="none"/>
            </a:ln>
          </p:spPr>
        </p:cxnSp>
      </p:grpSp>
      <p:sp>
        <p:nvSpPr>
          <p:cNvPr id="191" name="Google Shape;191;p42"/>
          <p:cNvSpPr txBox="1"/>
          <p:nvPr>
            <p:ph idx="1" type="body"/>
          </p:nvPr>
        </p:nvSpPr>
        <p:spPr>
          <a:xfrm>
            <a:off x="308610" y="3525959"/>
            <a:ext cx="6446400" cy="392400"/>
          </a:xfrm>
          <a:prstGeom prst="rect">
            <a:avLst/>
          </a:prstGeom>
          <a:noFill/>
          <a:ln>
            <a:noFill/>
          </a:ln>
        </p:spPr>
        <p:txBody>
          <a:bodyPr anchorCtr="0" anchor="b" bIns="0" lIns="0" spcFirstLastPara="1" rIns="0" wrap="square" tIns="0">
            <a:spAutoFit/>
          </a:bodyPr>
          <a:lstStyle>
            <a:lvl1pPr indent="-228600" lvl="0" marL="457200" marR="0" algn="l">
              <a:lnSpc>
                <a:spcPct val="85000"/>
              </a:lnSpc>
              <a:spcBef>
                <a:spcPts val="900"/>
              </a:spcBef>
              <a:spcAft>
                <a:spcPts val="0"/>
              </a:spcAft>
              <a:buClr>
                <a:schemeClr val="dk2"/>
              </a:buClr>
              <a:buSzPts val="3000"/>
              <a:buFont typeface="Arial"/>
              <a:buNone/>
              <a:defRPr b="0" sz="3000" cap="none">
                <a:solidFill>
                  <a:schemeClr val="dk1"/>
                </a:solidFill>
                <a:latin typeface="Arial"/>
                <a:ea typeface="Arial"/>
                <a:cs typeface="Arial"/>
                <a:sym typeface="Arial"/>
              </a:defRPr>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pic>
        <p:nvPicPr>
          <p:cNvPr id="192" name="Google Shape;192;p42"/>
          <p:cNvPicPr preferRelativeResize="0"/>
          <p:nvPr/>
        </p:nvPicPr>
        <p:blipFill rotWithShape="1">
          <a:blip r:embed="rId2">
            <a:alphaModFix/>
          </a:blip>
          <a:srcRect b="0" l="0" r="0" t="0"/>
          <a:stretch/>
        </p:blipFill>
        <p:spPr>
          <a:xfrm>
            <a:off x="7126663" y="4304511"/>
            <a:ext cx="1639400" cy="542514"/>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p:cSld name="Content_1">
    <p:spTree>
      <p:nvGrpSpPr>
        <p:cNvPr id="193" name="Shape 193"/>
        <p:cNvGrpSpPr/>
        <p:nvPr/>
      </p:nvGrpSpPr>
      <p:grpSpPr>
        <a:xfrm>
          <a:off x="0" y="0"/>
          <a:ext cx="0" cy="0"/>
          <a:chOff x="0" y="0"/>
          <a:chExt cx="0" cy="0"/>
        </a:xfrm>
      </p:grpSpPr>
      <p:sp>
        <p:nvSpPr>
          <p:cNvPr id="194" name="Google Shape;194;p43"/>
          <p:cNvSpPr txBox="1"/>
          <p:nvPr>
            <p:ph idx="1" type="body"/>
          </p:nvPr>
        </p:nvSpPr>
        <p:spPr>
          <a:xfrm>
            <a:off x="309753" y="1028700"/>
            <a:ext cx="8524500" cy="1109400"/>
          </a:xfrm>
          <a:prstGeom prst="rect">
            <a:avLst/>
          </a:prstGeom>
          <a:noFill/>
          <a:ln>
            <a:noFill/>
          </a:ln>
        </p:spPr>
        <p:txBody>
          <a:bodyPr anchorCtr="0" anchor="t" bIns="0" lIns="0" spcFirstLastPara="1" rIns="0" wrap="square" tIns="0">
            <a:spAutoFit/>
          </a:bodyPr>
          <a:lstStyle>
            <a:lvl1pPr indent="-342900" lvl="0" marL="457200" algn="l">
              <a:lnSpc>
                <a:spcPct val="90000"/>
              </a:lnSpc>
              <a:spcBef>
                <a:spcPts val="900"/>
              </a:spcBef>
              <a:spcAft>
                <a:spcPts val="0"/>
              </a:spcAft>
              <a:buSzPts val="1800"/>
              <a:buChar char="•"/>
              <a:defRPr sz="1800"/>
            </a:lvl1pPr>
            <a:lvl2pPr indent="-323850" lvl="1" marL="914400" algn="l">
              <a:lnSpc>
                <a:spcPct val="90000"/>
              </a:lnSpc>
              <a:spcBef>
                <a:spcPts val="300"/>
              </a:spcBef>
              <a:spcAft>
                <a:spcPts val="0"/>
              </a:spcAft>
              <a:buSzPts val="1500"/>
              <a:buFont typeface="Arial"/>
              <a:buChar char="–"/>
              <a:defRPr/>
            </a:lvl2pPr>
            <a:lvl3pPr indent="-317500" lvl="2" marL="1371600" algn="l">
              <a:lnSpc>
                <a:spcPct val="90000"/>
              </a:lnSpc>
              <a:spcBef>
                <a:spcPts val="300"/>
              </a:spcBef>
              <a:spcAft>
                <a:spcPts val="0"/>
              </a:spcAft>
              <a:buSzPts val="1400"/>
              <a:buFont typeface="Arial"/>
              <a:buChar char="–"/>
              <a:defRPr sz="1400"/>
            </a:lvl3pPr>
            <a:lvl4pPr indent="-304800" lvl="3" marL="1828800" algn="l">
              <a:lnSpc>
                <a:spcPct val="90000"/>
              </a:lnSpc>
              <a:spcBef>
                <a:spcPts val="300"/>
              </a:spcBef>
              <a:spcAft>
                <a:spcPts val="0"/>
              </a:spcAft>
              <a:buSzPts val="1200"/>
              <a:buFont typeface="Arial"/>
              <a:buChar char="–"/>
              <a:defRPr/>
            </a:lvl4pPr>
            <a:lvl5pPr indent="-298450" lvl="4" marL="2286000" algn="l">
              <a:lnSpc>
                <a:spcPct val="90000"/>
              </a:lnSpc>
              <a:spcBef>
                <a:spcPts val="300"/>
              </a:spcBef>
              <a:spcAft>
                <a:spcPts val="0"/>
              </a:spcAft>
              <a:buSzPts val="1100"/>
              <a:buFont typeface="Arial"/>
              <a:buChar char="–"/>
              <a:defRPr sz="1100"/>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95" name="Google Shape;195;p43"/>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1_Title Only">
    <p:spTree>
      <p:nvGrpSpPr>
        <p:cNvPr id="196" name="Shape 196"/>
        <p:cNvGrpSpPr/>
        <p:nvPr/>
      </p:nvGrpSpPr>
      <p:grpSpPr>
        <a:xfrm>
          <a:off x="0" y="0"/>
          <a:ext cx="0" cy="0"/>
          <a:chOff x="0" y="0"/>
          <a:chExt cx="0" cy="0"/>
        </a:xfrm>
      </p:grpSpPr>
      <p:sp>
        <p:nvSpPr>
          <p:cNvPr id="197" name="Google Shape;197;p44"/>
          <p:cNvSpPr txBox="1"/>
          <p:nvPr>
            <p:ph type="title"/>
          </p:nvPr>
        </p:nvSpPr>
        <p:spPr>
          <a:xfrm>
            <a:off x="309753" y="413485"/>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1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Subtitle">
  <p:cSld name="Content with Subtitle">
    <p:spTree>
      <p:nvGrpSpPr>
        <p:cNvPr id="198" name="Shape 198"/>
        <p:cNvGrpSpPr/>
        <p:nvPr/>
      </p:nvGrpSpPr>
      <p:grpSpPr>
        <a:xfrm>
          <a:off x="0" y="0"/>
          <a:ext cx="0" cy="0"/>
          <a:chOff x="0" y="0"/>
          <a:chExt cx="0" cy="0"/>
        </a:xfrm>
      </p:grpSpPr>
      <p:sp>
        <p:nvSpPr>
          <p:cNvPr id="199" name="Google Shape;199;p45"/>
          <p:cNvSpPr txBox="1"/>
          <p:nvPr>
            <p:ph idx="1" type="body"/>
          </p:nvPr>
        </p:nvSpPr>
        <p:spPr>
          <a:xfrm>
            <a:off x="309753" y="1200150"/>
            <a:ext cx="8524500" cy="1130400"/>
          </a:xfrm>
          <a:prstGeom prst="rect">
            <a:avLst/>
          </a:prstGeom>
          <a:noFill/>
          <a:ln>
            <a:noFill/>
          </a:ln>
        </p:spPr>
        <p:txBody>
          <a:bodyPr anchorCtr="0" anchor="t" bIns="0" lIns="0" spcFirstLastPara="1" rIns="0" wrap="square" tIns="0">
            <a:spAutoFit/>
          </a:bodyPr>
          <a:lstStyle>
            <a:lvl1pPr indent="-342900" lvl="0" marL="457200" algn="l">
              <a:lnSpc>
                <a:spcPct val="90000"/>
              </a:lnSpc>
              <a:spcBef>
                <a:spcPts val="900"/>
              </a:spcBef>
              <a:spcAft>
                <a:spcPts val="0"/>
              </a:spcAft>
              <a:buSzPts val="1800"/>
              <a:buChar char="•"/>
              <a:defRPr/>
            </a:lvl1pPr>
            <a:lvl2pPr indent="-323850" lvl="1" marL="914400" algn="l">
              <a:lnSpc>
                <a:spcPct val="90000"/>
              </a:lnSpc>
              <a:spcBef>
                <a:spcPts val="300"/>
              </a:spcBef>
              <a:spcAft>
                <a:spcPts val="0"/>
              </a:spcAft>
              <a:buSzPts val="1500"/>
              <a:buFont typeface="Arial"/>
              <a:buChar char="–"/>
              <a:defRPr/>
            </a:lvl2pPr>
            <a:lvl3pPr indent="-317500" lvl="2" marL="1371600" algn="l">
              <a:lnSpc>
                <a:spcPct val="90000"/>
              </a:lnSpc>
              <a:spcBef>
                <a:spcPts val="300"/>
              </a:spcBef>
              <a:spcAft>
                <a:spcPts val="0"/>
              </a:spcAft>
              <a:buSzPts val="1400"/>
              <a:buFont typeface="Arial"/>
              <a:buChar char="–"/>
              <a:defRPr sz="1400"/>
            </a:lvl3pPr>
            <a:lvl4pPr indent="-304800" lvl="3" marL="1828800" algn="l">
              <a:lnSpc>
                <a:spcPct val="90000"/>
              </a:lnSpc>
              <a:spcBef>
                <a:spcPts val="300"/>
              </a:spcBef>
              <a:spcAft>
                <a:spcPts val="0"/>
              </a:spcAft>
              <a:buSzPts val="1200"/>
              <a:buFont typeface="Arial"/>
              <a:buChar char="–"/>
              <a:defRPr/>
            </a:lvl4pPr>
            <a:lvl5pPr indent="-298450" lvl="4" marL="2286000" algn="l">
              <a:lnSpc>
                <a:spcPct val="90000"/>
              </a:lnSpc>
              <a:spcBef>
                <a:spcPts val="300"/>
              </a:spcBef>
              <a:spcAft>
                <a:spcPts val="0"/>
              </a:spcAft>
              <a:buSzPts val="1100"/>
              <a:buFont typeface="Arial"/>
              <a:buChar char="–"/>
              <a:defRPr sz="1100"/>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00" name="Google Shape;200;p45"/>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1" name="Google Shape;201;p45"/>
          <p:cNvSpPr txBox="1"/>
          <p:nvPr>
            <p:ph idx="2" type="body"/>
          </p:nvPr>
        </p:nvSpPr>
        <p:spPr>
          <a:xfrm>
            <a:off x="309753" y="754380"/>
            <a:ext cx="8524500" cy="2493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0"/>
              </a:spcBef>
              <a:spcAft>
                <a:spcPts val="0"/>
              </a:spcAft>
              <a:buSzPts val="1800"/>
              <a:buNone/>
              <a:defRPr b="0" sz="1800">
                <a:solidFill>
                  <a:schemeClr val="lt2"/>
                </a:solidFill>
                <a:latin typeface="Arial"/>
                <a:ea typeface="Arial"/>
                <a:cs typeface="Arial"/>
                <a:sym typeface="Arial"/>
              </a:defRPr>
            </a:lvl1pPr>
            <a:lvl2pPr indent="-228600" lvl="1" marL="914400" algn="l">
              <a:lnSpc>
                <a:spcPct val="90000"/>
              </a:lnSpc>
              <a:spcBef>
                <a:spcPts val="300"/>
              </a:spcBef>
              <a:spcAft>
                <a:spcPts val="0"/>
              </a:spcAft>
              <a:buSzPts val="1500"/>
              <a:buNone/>
              <a:defRPr/>
            </a:lvl2pPr>
            <a:lvl3pPr indent="-228600" lvl="2" marL="1371600" algn="l">
              <a:lnSpc>
                <a:spcPct val="90000"/>
              </a:lnSpc>
              <a:spcBef>
                <a:spcPts val="300"/>
              </a:spcBef>
              <a:spcAft>
                <a:spcPts val="0"/>
              </a:spcAft>
              <a:buSzPts val="1200"/>
              <a:buNone/>
              <a:defRPr/>
            </a:lvl3pPr>
            <a:lvl4pPr indent="-228600" lvl="3" marL="1828800" algn="l">
              <a:lnSpc>
                <a:spcPct val="90000"/>
              </a:lnSpc>
              <a:spcBef>
                <a:spcPts val="300"/>
              </a:spcBef>
              <a:spcAft>
                <a:spcPts val="0"/>
              </a:spcAft>
              <a:buSzPts val="1200"/>
              <a:buNone/>
              <a:defRPr/>
            </a:lvl4pPr>
            <a:lvl5pPr indent="-228600" lvl="4" marL="2286000" algn="l">
              <a:lnSpc>
                <a:spcPct val="90000"/>
              </a:lnSpc>
              <a:spcBef>
                <a:spcPts val="300"/>
              </a:spcBef>
              <a:spcAft>
                <a:spcPts val="0"/>
              </a:spcAft>
              <a:buSzPts val="1200"/>
              <a:buNone/>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02" name="Shape 202"/>
        <p:cNvGrpSpPr/>
        <p:nvPr/>
      </p:nvGrpSpPr>
      <p:grpSpPr>
        <a:xfrm>
          <a:off x="0" y="0"/>
          <a:ext cx="0" cy="0"/>
          <a:chOff x="0" y="0"/>
          <a:chExt cx="0" cy="0"/>
        </a:xfrm>
      </p:grpSpPr>
      <p:sp>
        <p:nvSpPr>
          <p:cNvPr id="203" name="Google Shape;203;p46"/>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Subtitle">
  <p:cSld name="Title with Subtitle">
    <p:spTree>
      <p:nvGrpSpPr>
        <p:cNvPr id="204" name="Shape 204"/>
        <p:cNvGrpSpPr/>
        <p:nvPr/>
      </p:nvGrpSpPr>
      <p:grpSpPr>
        <a:xfrm>
          <a:off x="0" y="0"/>
          <a:ext cx="0" cy="0"/>
          <a:chOff x="0" y="0"/>
          <a:chExt cx="0" cy="0"/>
        </a:xfrm>
      </p:grpSpPr>
      <p:sp>
        <p:nvSpPr>
          <p:cNvPr id="205" name="Google Shape;205;p47"/>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algn="l">
              <a:lnSpc>
                <a:spcPct val="85000"/>
              </a:lnSpc>
              <a:spcBef>
                <a:spcPts val="0"/>
              </a:spcBef>
              <a:spcAft>
                <a:spcPts val="0"/>
              </a:spcAft>
              <a:buClr>
                <a:srgbClr val="005C8A"/>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6" name="Google Shape;206;p47"/>
          <p:cNvSpPr txBox="1"/>
          <p:nvPr>
            <p:ph idx="1" type="body"/>
          </p:nvPr>
        </p:nvSpPr>
        <p:spPr>
          <a:xfrm>
            <a:off x="309753" y="754380"/>
            <a:ext cx="8524500" cy="2493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0"/>
              </a:spcBef>
              <a:spcAft>
                <a:spcPts val="0"/>
              </a:spcAft>
              <a:buSzPts val="1800"/>
              <a:buNone/>
              <a:defRPr b="0" sz="1800">
                <a:solidFill>
                  <a:schemeClr val="lt2"/>
                </a:solidFill>
                <a:latin typeface="Arial"/>
                <a:ea typeface="Arial"/>
                <a:cs typeface="Arial"/>
                <a:sym typeface="Arial"/>
              </a:defRPr>
            </a:lvl1pPr>
            <a:lvl2pPr indent="-228600" lvl="1" marL="914400" algn="l">
              <a:lnSpc>
                <a:spcPct val="90000"/>
              </a:lnSpc>
              <a:spcBef>
                <a:spcPts val="300"/>
              </a:spcBef>
              <a:spcAft>
                <a:spcPts val="0"/>
              </a:spcAft>
              <a:buSzPts val="1500"/>
              <a:buNone/>
              <a:defRPr/>
            </a:lvl2pPr>
            <a:lvl3pPr indent="-228600" lvl="2" marL="1371600" algn="l">
              <a:lnSpc>
                <a:spcPct val="90000"/>
              </a:lnSpc>
              <a:spcBef>
                <a:spcPts val="300"/>
              </a:spcBef>
              <a:spcAft>
                <a:spcPts val="0"/>
              </a:spcAft>
              <a:buSzPts val="1200"/>
              <a:buNone/>
              <a:defRPr/>
            </a:lvl3pPr>
            <a:lvl4pPr indent="-228600" lvl="3" marL="1828800" algn="l">
              <a:lnSpc>
                <a:spcPct val="90000"/>
              </a:lnSpc>
              <a:spcBef>
                <a:spcPts val="300"/>
              </a:spcBef>
              <a:spcAft>
                <a:spcPts val="0"/>
              </a:spcAft>
              <a:buSzPts val="1200"/>
              <a:buNone/>
              <a:defRPr/>
            </a:lvl4pPr>
            <a:lvl5pPr indent="-228600" lvl="4" marL="2286000" algn="l">
              <a:lnSpc>
                <a:spcPct val="90000"/>
              </a:lnSpc>
              <a:spcBef>
                <a:spcPts val="300"/>
              </a:spcBef>
              <a:spcAft>
                <a:spcPts val="0"/>
              </a:spcAft>
              <a:buSzPts val="1200"/>
              <a:buNone/>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howMasterSp="0">
  <p:cSld name="LOGO">
    <p:bg>
      <p:bgPr>
        <a:gradFill>
          <a:gsLst>
            <a:gs pos="0">
              <a:srgbClr val="D5D6D6">
                <a:alpha val="49803"/>
              </a:srgbClr>
            </a:gs>
            <a:gs pos="30000">
              <a:srgbClr val="D5D6D6">
                <a:alpha val="49803"/>
              </a:srgbClr>
            </a:gs>
            <a:gs pos="100000">
              <a:schemeClr val="lt1"/>
            </a:gs>
          </a:gsLst>
          <a:path path="circle">
            <a:fillToRect b="0%" l="100%" r="0%" t="100%"/>
          </a:path>
          <a:tileRect b="-100%" l="0%" r="-100%" t="0%"/>
        </a:gradFill>
      </p:bgPr>
    </p:bg>
    <p:spTree>
      <p:nvGrpSpPr>
        <p:cNvPr id="207" name="Shape 207"/>
        <p:cNvGrpSpPr/>
        <p:nvPr/>
      </p:nvGrpSpPr>
      <p:grpSpPr>
        <a:xfrm>
          <a:off x="0" y="0"/>
          <a:ext cx="0" cy="0"/>
          <a:chOff x="0" y="0"/>
          <a:chExt cx="0" cy="0"/>
        </a:xfrm>
      </p:grpSpPr>
      <p:grpSp>
        <p:nvGrpSpPr>
          <p:cNvPr id="208" name="Google Shape;208;p48"/>
          <p:cNvGrpSpPr/>
          <p:nvPr/>
        </p:nvGrpSpPr>
        <p:grpSpPr>
          <a:xfrm>
            <a:off x="0" y="0"/>
            <a:ext cx="9144053" cy="102825"/>
            <a:chOff x="0" y="0"/>
            <a:chExt cx="12192070" cy="137100"/>
          </a:xfrm>
        </p:grpSpPr>
        <p:sp>
          <p:nvSpPr>
            <p:cNvPr id="209" name="Google Shape;209;p48"/>
            <p:cNvSpPr/>
            <p:nvPr/>
          </p:nvSpPr>
          <p:spPr>
            <a:xfrm>
              <a:off x="0" y="0"/>
              <a:ext cx="12192000" cy="137100"/>
            </a:xfrm>
            <a:prstGeom prst="rect">
              <a:avLst/>
            </a:prstGeom>
            <a:solidFill>
              <a:srgbClr val="005C8A"/>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sp>
          <p:nvSpPr>
            <p:cNvPr id="210" name="Google Shape;210;p48"/>
            <p:cNvSpPr/>
            <p:nvPr/>
          </p:nvSpPr>
          <p:spPr>
            <a:xfrm>
              <a:off x="10665070" y="0"/>
              <a:ext cx="1527000" cy="137100"/>
            </a:xfrm>
            <a:prstGeom prst="rect">
              <a:avLst/>
            </a:prstGeom>
            <a:solidFill>
              <a:srgbClr val="005C8A"/>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grpSp>
      <p:pic>
        <p:nvPicPr>
          <p:cNvPr id="211" name="Google Shape;211;p48"/>
          <p:cNvPicPr preferRelativeResize="0"/>
          <p:nvPr/>
        </p:nvPicPr>
        <p:blipFill rotWithShape="1">
          <a:blip r:embed="rId2">
            <a:alphaModFix/>
          </a:blip>
          <a:srcRect b="0" l="0" r="0" t="0"/>
          <a:stretch/>
        </p:blipFill>
        <p:spPr>
          <a:xfrm>
            <a:off x="2299976" y="1819886"/>
            <a:ext cx="4544050" cy="1503727"/>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2" name="Shape 212"/>
        <p:cNvGrpSpPr/>
        <p:nvPr/>
      </p:nvGrpSpPr>
      <p:grpSpPr>
        <a:xfrm>
          <a:off x="0" y="0"/>
          <a:ext cx="0" cy="0"/>
          <a:chOff x="0" y="0"/>
          <a:chExt cx="0" cy="0"/>
        </a:xfrm>
      </p:grpSpPr>
      <p:sp>
        <p:nvSpPr>
          <p:cNvPr id="213" name="Google Shape;213;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4" name="Shape 214"/>
        <p:cNvGrpSpPr/>
        <p:nvPr/>
      </p:nvGrpSpPr>
      <p:grpSpPr>
        <a:xfrm>
          <a:off x="0" y="0"/>
          <a:ext cx="0" cy="0"/>
          <a:chOff x="0" y="0"/>
          <a:chExt cx="0" cy="0"/>
        </a:xfrm>
      </p:grpSpPr>
      <p:sp>
        <p:nvSpPr>
          <p:cNvPr id="215" name="Google Shape;215;p50"/>
          <p:cNvSpPr txBox="1"/>
          <p:nvPr>
            <p:ph type="title"/>
          </p:nvPr>
        </p:nvSpPr>
        <p:spPr>
          <a:xfrm>
            <a:off x="525476" y="685800"/>
            <a:ext cx="8018400" cy="9807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50"/>
          <p:cNvSpPr txBox="1"/>
          <p:nvPr>
            <p:ph idx="1" type="body"/>
          </p:nvPr>
        </p:nvSpPr>
        <p:spPr>
          <a:xfrm>
            <a:off x="525476" y="1666494"/>
            <a:ext cx="8018400" cy="2805000"/>
          </a:xfrm>
          <a:prstGeom prst="rect">
            <a:avLst/>
          </a:prstGeom>
          <a:noFill/>
          <a:ln>
            <a:noFill/>
          </a:ln>
        </p:spPr>
        <p:txBody>
          <a:bodyPr anchorCtr="0" anchor="t" bIns="34275" lIns="68575" spcFirstLastPara="1" rIns="68575" wrap="square" tIns="34275">
            <a:normAutofit/>
          </a:bodyPr>
          <a:lstStyle>
            <a:lvl1pPr indent="-317500" lvl="0" marL="457200" algn="l">
              <a:lnSpc>
                <a:spcPct val="110000"/>
              </a:lnSpc>
              <a:spcBef>
                <a:spcPts val="800"/>
              </a:spcBef>
              <a:spcAft>
                <a:spcPts val="0"/>
              </a:spcAft>
              <a:buClr>
                <a:schemeClr val="dk1"/>
              </a:buClr>
              <a:buSzPts val="1400"/>
              <a:buChar char="•"/>
              <a:defRPr/>
            </a:lvl1pPr>
            <a:lvl2pPr indent="-317500" lvl="1" marL="914400" algn="l">
              <a:lnSpc>
                <a:spcPct val="110000"/>
              </a:lnSpc>
              <a:spcBef>
                <a:spcPts val="400"/>
              </a:spcBef>
              <a:spcAft>
                <a:spcPts val="0"/>
              </a:spcAft>
              <a:buClr>
                <a:schemeClr val="dk1"/>
              </a:buClr>
              <a:buSzPts val="1400"/>
              <a:buChar char="–"/>
              <a:defRPr/>
            </a:lvl2pPr>
            <a:lvl3pPr indent="-317500" lvl="2" marL="1371600" algn="l">
              <a:lnSpc>
                <a:spcPct val="110000"/>
              </a:lnSpc>
              <a:spcBef>
                <a:spcPts val="400"/>
              </a:spcBef>
              <a:spcAft>
                <a:spcPts val="0"/>
              </a:spcAft>
              <a:buClr>
                <a:schemeClr val="dk1"/>
              </a:buClr>
              <a:buSzPts val="1400"/>
              <a:buChar char="–"/>
              <a:defRPr/>
            </a:lvl3pPr>
            <a:lvl4pPr indent="-317500" lvl="3" marL="1828800" algn="l">
              <a:lnSpc>
                <a:spcPct val="110000"/>
              </a:lnSpc>
              <a:spcBef>
                <a:spcPts val="400"/>
              </a:spcBef>
              <a:spcAft>
                <a:spcPts val="0"/>
              </a:spcAft>
              <a:buClr>
                <a:schemeClr val="dk1"/>
              </a:buClr>
              <a:buSzPts val="1400"/>
              <a:buChar char="–"/>
              <a:defRPr/>
            </a:lvl4pPr>
            <a:lvl5pPr indent="-317500" lvl="4" marL="2286000" algn="l">
              <a:lnSpc>
                <a:spcPct val="11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7" name="Google Shape;217;p50"/>
          <p:cNvSpPr txBox="1"/>
          <p:nvPr>
            <p:ph idx="10" type="dt"/>
          </p:nvPr>
        </p:nvSpPr>
        <p:spPr>
          <a:xfrm>
            <a:off x="6277086" y="4767263"/>
            <a:ext cx="19122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50"/>
          <p:cNvSpPr txBox="1"/>
          <p:nvPr>
            <p:ph idx="11" type="ftr"/>
          </p:nvPr>
        </p:nvSpPr>
        <p:spPr>
          <a:xfrm>
            <a:off x="528066" y="4767263"/>
            <a:ext cx="34047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50"/>
          <p:cNvSpPr txBox="1"/>
          <p:nvPr>
            <p:ph idx="12" type="sldNum"/>
          </p:nvPr>
        </p:nvSpPr>
        <p:spPr>
          <a:xfrm>
            <a:off x="8189259" y="4767263"/>
            <a:ext cx="5043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5.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 Type="http://schemas.openxmlformats.org/officeDocument/2006/relationships/image" Target="../media/image4.pn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5.xml"/><Relationship Id="rId10" Type="http://schemas.openxmlformats.org/officeDocument/2006/relationships/slideLayout" Target="../slideLayouts/slideLayout44.xml"/><Relationship Id="rId13" Type="http://schemas.openxmlformats.org/officeDocument/2006/relationships/theme" Target="../theme/theme2.xml"/><Relationship Id="rId12" Type="http://schemas.openxmlformats.org/officeDocument/2006/relationships/slideLayout" Target="../slideLayouts/slideLayout46.xml"/><Relationship Id="rId1" Type="http://schemas.openxmlformats.org/officeDocument/2006/relationships/image" Target="../media/image4.png"/><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26"/>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marR="0" algn="l">
              <a:lnSpc>
                <a:spcPct val="85000"/>
              </a:lnSpc>
              <a:spcBef>
                <a:spcPts val="0"/>
              </a:spcBef>
              <a:spcAft>
                <a:spcPts val="0"/>
              </a:spcAft>
              <a:buClr>
                <a:srgbClr val="005C8A"/>
              </a:buClr>
              <a:buSzPts val="2100"/>
              <a:buFont typeface="Arial"/>
              <a:buNone/>
              <a:defRPr b="1" i="0" sz="2100" u="none" cap="none" strike="noStrike">
                <a:solidFill>
                  <a:srgbClr val="005C8A"/>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5" name="Google Shape;105;p26"/>
          <p:cNvSpPr txBox="1"/>
          <p:nvPr>
            <p:ph idx="1" type="body"/>
          </p:nvPr>
        </p:nvSpPr>
        <p:spPr>
          <a:xfrm>
            <a:off x="309753" y="1028700"/>
            <a:ext cx="8524500" cy="1130400"/>
          </a:xfrm>
          <a:prstGeom prst="rect">
            <a:avLst/>
          </a:prstGeom>
          <a:noFill/>
          <a:ln>
            <a:noFill/>
          </a:ln>
        </p:spPr>
        <p:txBody>
          <a:bodyPr anchorCtr="0" anchor="t" bIns="0" lIns="0" spcFirstLastPara="1" rIns="0" wrap="square" tIns="0">
            <a:spAutoFit/>
          </a:bodyPr>
          <a:lstStyle>
            <a:lvl1pPr indent="-342900" lvl="0" marL="457200" marR="0" algn="l">
              <a:lnSpc>
                <a:spcPct val="90000"/>
              </a:lnSpc>
              <a:spcBef>
                <a:spcPts val="900"/>
              </a:spcBef>
              <a:spcAft>
                <a:spcPts val="0"/>
              </a:spcAft>
              <a:buClr>
                <a:srgbClr val="005C8A"/>
              </a:buClr>
              <a:buSzPts val="1800"/>
              <a:buFont typeface="Arial"/>
              <a:buChar char="•"/>
              <a:defRPr b="0" i="0" sz="1800" u="none" cap="none" strike="noStrike">
                <a:solidFill>
                  <a:schemeClr val="dk1"/>
                </a:solidFill>
                <a:latin typeface="Arial"/>
                <a:ea typeface="Arial"/>
                <a:cs typeface="Arial"/>
                <a:sym typeface="Arial"/>
              </a:defRPr>
            </a:lvl1pPr>
            <a:lvl2pPr indent="-323850" lvl="1" marL="914400" marR="0" algn="l">
              <a:lnSpc>
                <a:spcPct val="90000"/>
              </a:lnSpc>
              <a:spcBef>
                <a:spcPts val="300"/>
              </a:spcBef>
              <a:spcAft>
                <a:spcPts val="0"/>
              </a:spcAft>
              <a:buClr>
                <a:srgbClr val="005C8A"/>
              </a:buClr>
              <a:buSzPts val="1500"/>
              <a:buFont typeface="Arial"/>
              <a:buChar char="–"/>
              <a:defRPr b="0" i="0" sz="1500" u="none" cap="none" strike="noStrike">
                <a:solidFill>
                  <a:schemeClr val="dk1"/>
                </a:solidFill>
                <a:latin typeface="Arial"/>
                <a:ea typeface="Arial"/>
                <a:cs typeface="Arial"/>
                <a:sym typeface="Arial"/>
              </a:defRPr>
            </a:lvl2pPr>
            <a:lvl3pPr indent="-304800" lvl="2" marL="1371600" marR="0" algn="l">
              <a:lnSpc>
                <a:spcPct val="90000"/>
              </a:lnSpc>
              <a:spcBef>
                <a:spcPts val="300"/>
              </a:spcBef>
              <a:spcAft>
                <a:spcPts val="0"/>
              </a:spcAft>
              <a:buClr>
                <a:srgbClr val="005C8A"/>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300"/>
              </a:spcBef>
              <a:spcAft>
                <a:spcPts val="0"/>
              </a:spcAft>
              <a:buClr>
                <a:srgbClr val="005C8A"/>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300"/>
              </a:spcBef>
              <a:spcAft>
                <a:spcPts val="0"/>
              </a:spcAft>
              <a:buClr>
                <a:srgbClr val="005C8A"/>
              </a:buClr>
              <a:buSzPts val="1200"/>
              <a:buFont typeface="Arial"/>
              <a:buChar char="–"/>
              <a:defRPr b="0" i="0" sz="1200" u="none" cap="none" strike="noStrike">
                <a:solidFill>
                  <a:schemeClr val="dk1"/>
                </a:solidFill>
                <a:latin typeface="Arial"/>
                <a:ea typeface="Arial"/>
                <a:cs typeface="Arial"/>
                <a:sym typeface="Arial"/>
              </a:defRPr>
            </a:lvl5pPr>
            <a:lvl6pPr indent="-323850" lvl="5" marL="27432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6" name="Google Shape;106;p26"/>
          <p:cNvSpPr txBox="1"/>
          <p:nvPr/>
        </p:nvSpPr>
        <p:spPr>
          <a:xfrm>
            <a:off x="308610" y="4972050"/>
            <a:ext cx="93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fld id="{00000000-1234-1234-1234-123412341234}" type="slidenum">
              <a:rPr b="0" i="0" lang="en" sz="600" u="none" cap="none" strike="noStrike">
                <a:solidFill>
                  <a:srgbClr val="4D4D4F"/>
                </a:solidFill>
                <a:latin typeface="Arial"/>
                <a:ea typeface="Arial"/>
                <a:cs typeface="Arial"/>
                <a:sym typeface="Arial"/>
              </a:rPr>
              <a:t>‹#›</a:t>
            </a:fld>
            <a:endParaRPr b="0" i="0" sz="600" u="none" cap="none" strike="noStrike">
              <a:solidFill>
                <a:srgbClr val="4D4D4F"/>
              </a:solidFill>
              <a:latin typeface="Arial"/>
              <a:ea typeface="Arial"/>
              <a:cs typeface="Arial"/>
              <a:sym typeface="Arial"/>
            </a:endParaRPr>
          </a:p>
        </p:txBody>
      </p:sp>
      <p:sp>
        <p:nvSpPr>
          <p:cNvPr id="107" name="Google Shape;107;p26"/>
          <p:cNvSpPr txBox="1"/>
          <p:nvPr/>
        </p:nvSpPr>
        <p:spPr>
          <a:xfrm>
            <a:off x="624575" y="4972050"/>
            <a:ext cx="5490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00" u="none" cap="none" strike="noStrike">
                <a:solidFill>
                  <a:srgbClr val="4D4D4F"/>
                </a:solidFill>
                <a:latin typeface="Arial"/>
                <a:ea typeface="Arial"/>
                <a:cs typeface="Arial"/>
                <a:sym typeface="Arial"/>
              </a:rPr>
              <a:t>Broadcom Proprietary and Confidential.  Copyright © 202</a:t>
            </a:r>
            <a:r>
              <a:rPr lang="en" sz="600">
                <a:solidFill>
                  <a:srgbClr val="4D4D4F"/>
                </a:solidFill>
              </a:rPr>
              <a:t>5</a:t>
            </a:r>
            <a:r>
              <a:rPr b="0" i="0" lang="en" sz="600" u="none" cap="none" strike="noStrike">
                <a:solidFill>
                  <a:srgbClr val="4D4D4F"/>
                </a:solidFill>
                <a:latin typeface="Arial"/>
                <a:ea typeface="Arial"/>
                <a:cs typeface="Arial"/>
                <a:sym typeface="Arial"/>
              </a:rPr>
              <a:t> Broadcom.  All Rights Reserved. The term “Broadcom” refers to Broadcom Inc. and/or its subsidiaries.</a:t>
            </a:r>
            <a:endParaRPr sz="1100"/>
          </a:p>
        </p:txBody>
      </p:sp>
      <p:sp>
        <p:nvSpPr>
          <p:cNvPr id="108" name="Google Shape;108;p26"/>
          <p:cNvSpPr txBox="1"/>
          <p:nvPr/>
        </p:nvSpPr>
        <p:spPr>
          <a:xfrm>
            <a:off x="503261" y="4972050"/>
            <a:ext cx="204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4D4D4F"/>
                </a:solidFill>
                <a:latin typeface="Arial"/>
                <a:ea typeface="Arial"/>
                <a:cs typeface="Arial"/>
                <a:sym typeface="Arial"/>
              </a:rPr>
              <a:t>|</a:t>
            </a:r>
            <a:endParaRPr sz="1100"/>
          </a:p>
        </p:txBody>
      </p:sp>
      <p:grpSp>
        <p:nvGrpSpPr>
          <p:cNvPr id="109" name="Google Shape;109;p26"/>
          <p:cNvGrpSpPr/>
          <p:nvPr/>
        </p:nvGrpSpPr>
        <p:grpSpPr>
          <a:xfrm>
            <a:off x="0" y="0"/>
            <a:ext cx="9144053" cy="102825"/>
            <a:chOff x="0" y="0"/>
            <a:chExt cx="12192070" cy="137100"/>
          </a:xfrm>
        </p:grpSpPr>
        <p:sp>
          <p:nvSpPr>
            <p:cNvPr id="110" name="Google Shape;110;p26"/>
            <p:cNvSpPr/>
            <p:nvPr/>
          </p:nvSpPr>
          <p:spPr>
            <a:xfrm>
              <a:off x="0" y="0"/>
              <a:ext cx="12192000" cy="137100"/>
            </a:xfrm>
            <a:prstGeom prst="rect">
              <a:avLst/>
            </a:prstGeom>
            <a:solidFill>
              <a:srgbClr val="005C8A"/>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sp>
          <p:nvSpPr>
            <p:cNvPr id="111" name="Google Shape;111;p26"/>
            <p:cNvSpPr/>
            <p:nvPr/>
          </p:nvSpPr>
          <p:spPr>
            <a:xfrm>
              <a:off x="10665070" y="0"/>
              <a:ext cx="1527000" cy="137100"/>
            </a:xfrm>
            <a:prstGeom prst="rect">
              <a:avLst/>
            </a:prstGeom>
            <a:solidFill>
              <a:srgbClr val="00457F"/>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grpSp>
      <p:pic>
        <p:nvPicPr>
          <p:cNvPr id="112" name="Google Shape;112;p26"/>
          <p:cNvPicPr preferRelativeResize="0"/>
          <p:nvPr/>
        </p:nvPicPr>
        <p:blipFill rotWithShape="1">
          <a:blip r:embed="rId1">
            <a:alphaModFix/>
          </a:blip>
          <a:srcRect b="0" l="0" r="0" t="0"/>
          <a:stretch/>
        </p:blipFill>
        <p:spPr>
          <a:xfrm>
            <a:off x="7998803" y="4742117"/>
            <a:ext cx="973844" cy="32226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39"/>
          <p:cNvSpPr txBox="1"/>
          <p:nvPr>
            <p:ph type="title"/>
          </p:nvPr>
        </p:nvSpPr>
        <p:spPr>
          <a:xfrm>
            <a:off x="309753" y="413483"/>
            <a:ext cx="8524500" cy="274800"/>
          </a:xfrm>
          <a:prstGeom prst="rect">
            <a:avLst/>
          </a:prstGeom>
          <a:noFill/>
          <a:ln>
            <a:noFill/>
          </a:ln>
        </p:spPr>
        <p:txBody>
          <a:bodyPr anchorCtr="0" anchor="ctr" bIns="0" lIns="0" spcFirstLastPara="1" rIns="0" wrap="square" tIns="0">
            <a:spAutoFit/>
          </a:bodyPr>
          <a:lstStyle>
            <a:lvl1pPr lvl="0" marR="0" algn="l">
              <a:lnSpc>
                <a:spcPct val="85000"/>
              </a:lnSpc>
              <a:spcBef>
                <a:spcPts val="0"/>
              </a:spcBef>
              <a:spcAft>
                <a:spcPts val="0"/>
              </a:spcAft>
              <a:buClr>
                <a:srgbClr val="005C8A"/>
              </a:buClr>
              <a:buSzPts val="2100"/>
              <a:buFont typeface="Arial"/>
              <a:buNone/>
              <a:defRPr b="1" i="0" sz="2100" u="none" cap="none" strike="noStrike">
                <a:solidFill>
                  <a:srgbClr val="005C8A"/>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65" name="Google Shape;165;p39"/>
          <p:cNvSpPr txBox="1"/>
          <p:nvPr>
            <p:ph idx="1" type="body"/>
          </p:nvPr>
        </p:nvSpPr>
        <p:spPr>
          <a:xfrm>
            <a:off x="309753" y="1028700"/>
            <a:ext cx="8524500" cy="1130400"/>
          </a:xfrm>
          <a:prstGeom prst="rect">
            <a:avLst/>
          </a:prstGeom>
          <a:noFill/>
          <a:ln>
            <a:noFill/>
          </a:ln>
        </p:spPr>
        <p:txBody>
          <a:bodyPr anchorCtr="0" anchor="t" bIns="0" lIns="0" spcFirstLastPara="1" rIns="0" wrap="square" tIns="0">
            <a:spAutoFit/>
          </a:bodyPr>
          <a:lstStyle>
            <a:lvl1pPr indent="-342900" lvl="0" marL="457200" marR="0" algn="l">
              <a:lnSpc>
                <a:spcPct val="90000"/>
              </a:lnSpc>
              <a:spcBef>
                <a:spcPts val="900"/>
              </a:spcBef>
              <a:spcAft>
                <a:spcPts val="0"/>
              </a:spcAft>
              <a:buClr>
                <a:srgbClr val="005C8A"/>
              </a:buClr>
              <a:buSzPts val="1800"/>
              <a:buFont typeface="Arial"/>
              <a:buChar char="•"/>
              <a:defRPr b="0" i="0" sz="1800" u="none" cap="none" strike="noStrike">
                <a:solidFill>
                  <a:schemeClr val="dk1"/>
                </a:solidFill>
                <a:latin typeface="Arial"/>
                <a:ea typeface="Arial"/>
                <a:cs typeface="Arial"/>
                <a:sym typeface="Arial"/>
              </a:defRPr>
            </a:lvl1pPr>
            <a:lvl2pPr indent="-323850" lvl="1" marL="914400" marR="0" algn="l">
              <a:lnSpc>
                <a:spcPct val="90000"/>
              </a:lnSpc>
              <a:spcBef>
                <a:spcPts val="300"/>
              </a:spcBef>
              <a:spcAft>
                <a:spcPts val="0"/>
              </a:spcAft>
              <a:buClr>
                <a:srgbClr val="005C8A"/>
              </a:buClr>
              <a:buSzPts val="1500"/>
              <a:buFont typeface="Arial"/>
              <a:buChar char="–"/>
              <a:defRPr b="0" i="0" sz="1500" u="none" cap="none" strike="noStrike">
                <a:solidFill>
                  <a:schemeClr val="dk1"/>
                </a:solidFill>
                <a:latin typeface="Arial"/>
                <a:ea typeface="Arial"/>
                <a:cs typeface="Arial"/>
                <a:sym typeface="Arial"/>
              </a:defRPr>
            </a:lvl2pPr>
            <a:lvl3pPr indent="-304800" lvl="2" marL="1371600" marR="0" algn="l">
              <a:lnSpc>
                <a:spcPct val="90000"/>
              </a:lnSpc>
              <a:spcBef>
                <a:spcPts val="300"/>
              </a:spcBef>
              <a:spcAft>
                <a:spcPts val="0"/>
              </a:spcAft>
              <a:buClr>
                <a:srgbClr val="005C8A"/>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300"/>
              </a:spcBef>
              <a:spcAft>
                <a:spcPts val="0"/>
              </a:spcAft>
              <a:buClr>
                <a:srgbClr val="005C8A"/>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300"/>
              </a:spcBef>
              <a:spcAft>
                <a:spcPts val="0"/>
              </a:spcAft>
              <a:buClr>
                <a:srgbClr val="005C8A"/>
              </a:buClr>
              <a:buSzPts val="1200"/>
              <a:buFont typeface="Arial"/>
              <a:buChar char="–"/>
              <a:defRPr b="0" i="0" sz="1200" u="none" cap="none" strike="noStrike">
                <a:solidFill>
                  <a:schemeClr val="dk1"/>
                </a:solidFill>
                <a:latin typeface="Arial"/>
                <a:ea typeface="Arial"/>
                <a:cs typeface="Arial"/>
                <a:sym typeface="Arial"/>
              </a:defRPr>
            </a:lvl5pPr>
            <a:lvl6pPr indent="-323850" lvl="5" marL="27432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6" name="Google Shape;166;p39"/>
          <p:cNvSpPr txBox="1"/>
          <p:nvPr/>
        </p:nvSpPr>
        <p:spPr>
          <a:xfrm>
            <a:off x="308610" y="4972050"/>
            <a:ext cx="93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fld id="{00000000-1234-1234-1234-123412341234}" type="slidenum">
              <a:rPr b="0" i="0" lang="en" sz="600" u="none" cap="none" strike="noStrike">
                <a:solidFill>
                  <a:srgbClr val="4D4D4F"/>
                </a:solidFill>
                <a:latin typeface="Arial"/>
                <a:ea typeface="Arial"/>
                <a:cs typeface="Arial"/>
                <a:sym typeface="Arial"/>
              </a:rPr>
              <a:t>‹#›</a:t>
            </a:fld>
            <a:endParaRPr b="0" i="0" sz="600" u="none" cap="none" strike="noStrike">
              <a:solidFill>
                <a:srgbClr val="4D4D4F"/>
              </a:solidFill>
              <a:latin typeface="Arial"/>
              <a:ea typeface="Arial"/>
              <a:cs typeface="Arial"/>
              <a:sym typeface="Arial"/>
            </a:endParaRPr>
          </a:p>
        </p:txBody>
      </p:sp>
      <p:sp>
        <p:nvSpPr>
          <p:cNvPr id="167" name="Google Shape;167;p39"/>
          <p:cNvSpPr txBox="1"/>
          <p:nvPr/>
        </p:nvSpPr>
        <p:spPr>
          <a:xfrm>
            <a:off x="624575" y="4972050"/>
            <a:ext cx="5490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00" u="none" cap="none" strike="noStrike">
                <a:solidFill>
                  <a:srgbClr val="4D4D4F"/>
                </a:solidFill>
                <a:latin typeface="Arial"/>
                <a:ea typeface="Arial"/>
                <a:cs typeface="Arial"/>
                <a:sym typeface="Arial"/>
              </a:rPr>
              <a:t>Broadcom Proprietary and Confidential.  Copyright © 2023 Broadcom.  All Rights Reserved. The term “Broadcom” refers to Broadcom Inc. and/or its subsidiaries.</a:t>
            </a:r>
            <a:endParaRPr sz="1100"/>
          </a:p>
        </p:txBody>
      </p:sp>
      <p:sp>
        <p:nvSpPr>
          <p:cNvPr id="168" name="Google Shape;168;p39"/>
          <p:cNvSpPr txBox="1"/>
          <p:nvPr/>
        </p:nvSpPr>
        <p:spPr>
          <a:xfrm>
            <a:off x="503261" y="4972050"/>
            <a:ext cx="204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4D4D4F"/>
                </a:solidFill>
                <a:latin typeface="Arial"/>
                <a:ea typeface="Arial"/>
                <a:cs typeface="Arial"/>
                <a:sym typeface="Arial"/>
              </a:rPr>
              <a:t>|</a:t>
            </a:r>
            <a:endParaRPr sz="1100"/>
          </a:p>
        </p:txBody>
      </p:sp>
      <p:grpSp>
        <p:nvGrpSpPr>
          <p:cNvPr id="169" name="Google Shape;169;p39"/>
          <p:cNvGrpSpPr/>
          <p:nvPr/>
        </p:nvGrpSpPr>
        <p:grpSpPr>
          <a:xfrm>
            <a:off x="0" y="0"/>
            <a:ext cx="9144053" cy="102825"/>
            <a:chOff x="0" y="0"/>
            <a:chExt cx="12192070" cy="137100"/>
          </a:xfrm>
        </p:grpSpPr>
        <p:sp>
          <p:nvSpPr>
            <p:cNvPr id="170" name="Google Shape;170;p39"/>
            <p:cNvSpPr/>
            <p:nvPr/>
          </p:nvSpPr>
          <p:spPr>
            <a:xfrm>
              <a:off x="0" y="0"/>
              <a:ext cx="12192000" cy="137100"/>
            </a:xfrm>
            <a:prstGeom prst="rect">
              <a:avLst/>
            </a:prstGeom>
            <a:solidFill>
              <a:srgbClr val="005C8A"/>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sp>
          <p:nvSpPr>
            <p:cNvPr id="171" name="Google Shape;171;p39"/>
            <p:cNvSpPr/>
            <p:nvPr/>
          </p:nvSpPr>
          <p:spPr>
            <a:xfrm>
              <a:off x="10665070" y="0"/>
              <a:ext cx="1527000" cy="137100"/>
            </a:xfrm>
            <a:prstGeom prst="rect">
              <a:avLst/>
            </a:prstGeom>
            <a:solidFill>
              <a:srgbClr val="00457F"/>
            </a:solid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t/>
              </a:r>
              <a:endParaRPr b="1" sz="1500">
                <a:solidFill>
                  <a:schemeClr val="lt1"/>
                </a:solidFill>
                <a:latin typeface="Arial"/>
                <a:ea typeface="Arial"/>
                <a:cs typeface="Arial"/>
                <a:sym typeface="Arial"/>
              </a:endParaRPr>
            </a:p>
          </p:txBody>
        </p:sp>
      </p:grpSp>
      <p:pic>
        <p:nvPicPr>
          <p:cNvPr id="172" name="Google Shape;172;p39"/>
          <p:cNvPicPr preferRelativeResize="0"/>
          <p:nvPr/>
        </p:nvPicPr>
        <p:blipFill rotWithShape="1">
          <a:blip r:embed="rId1">
            <a:alphaModFix/>
          </a:blip>
          <a:srcRect b="0" l="0" r="0" t="0"/>
          <a:stretch/>
        </p:blipFill>
        <p:spPr>
          <a:xfrm>
            <a:off x="7998803" y="4742117"/>
            <a:ext cx="973844" cy="32226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8.xml"/><Relationship Id="rId3" Type="http://schemas.openxmlformats.org/officeDocument/2006/relationships/hyperlink" Target="http://hp.qc" TargetMode="Externa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Relationship Id="rId3" Type="http://schemas.openxmlformats.org/officeDocument/2006/relationships/hyperlink" Target="about:blank" TargetMode="External"/><Relationship Id="rId4" Type="http://schemas.openxmlformats.org/officeDocument/2006/relationships/hyperlink" Target="about:blank" TargetMode="External"/><Relationship Id="rId5" Type="http://schemas.openxmlformats.org/officeDocument/2006/relationships/hyperlink" Target="about:blank" TargetMode="External"/><Relationship Id="rId6" Type="http://schemas.openxmlformats.org/officeDocument/2006/relationships/hyperlink" Target="about:blank" TargetMode="External"/><Relationship Id="rId7" Type="http://schemas.openxmlformats.org/officeDocument/2006/relationships/hyperlink" Target="about:blank" TargetMode="External"/><Relationship Id="rId8" Type="http://schemas.openxmlformats.org/officeDocument/2006/relationships/hyperlink" Target="about:bla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51"/>
          <p:cNvSpPr txBox="1"/>
          <p:nvPr>
            <p:ph idx="1" type="body"/>
          </p:nvPr>
        </p:nvSpPr>
        <p:spPr>
          <a:xfrm>
            <a:off x="423056" y="1221717"/>
            <a:ext cx="4650000" cy="1447200"/>
          </a:xfrm>
          <a:prstGeom prst="rect">
            <a:avLst/>
          </a:prstGeom>
          <a:noFill/>
          <a:ln>
            <a:noFill/>
          </a:ln>
        </p:spPr>
        <p:txBody>
          <a:bodyPr anchorCtr="0" anchor="b" bIns="0" lIns="0" spcFirstLastPara="1" rIns="0" wrap="square" tIns="0">
            <a:noAutofit/>
          </a:bodyPr>
          <a:lstStyle/>
          <a:p>
            <a:pPr indent="0" lvl="0" marL="0" rtl="0" algn="l">
              <a:lnSpc>
                <a:spcPct val="85000"/>
              </a:lnSpc>
              <a:spcBef>
                <a:spcPts val="0"/>
              </a:spcBef>
              <a:spcAft>
                <a:spcPts val="0"/>
              </a:spcAft>
              <a:buSzPts val="3000"/>
              <a:buNone/>
            </a:pPr>
            <a:r>
              <a:rPr lang="en"/>
              <a:t>TestRail</a:t>
            </a:r>
            <a:endParaRPr/>
          </a:p>
        </p:txBody>
      </p:sp>
      <p:sp>
        <p:nvSpPr>
          <p:cNvPr id="225" name="Google Shape;225;p51"/>
          <p:cNvSpPr txBox="1"/>
          <p:nvPr>
            <p:ph idx="2" type="body"/>
          </p:nvPr>
        </p:nvSpPr>
        <p:spPr>
          <a:xfrm>
            <a:off x="423056" y="3407627"/>
            <a:ext cx="4650000" cy="166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1200"/>
              <a:buNone/>
            </a:pPr>
            <a:r>
              <a:rPr lang="en"/>
              <a:t>Target Audience: SE / GSA Team</a:t>
            </a:r>
            <a:endParaRPr/>
          </a:p>
        </p:txBody>
      </p:sp>
      <p:sp>
        <p:nvSpPr>
          <p:cNvPr id="226" name="Google Shape;226;p51"/>
          <p:cNvSpPr txBox="1"/>
          <p:nvPr>
            <p:ph idx="3" type="body"/>
          </p:nvPr>
        </p:nvSpPr>
        <p:spPr>
          <a:xfrm>
            <a:off x="423056" y="2848316"/>
            <a:ext cx="4650000" cy="166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1200"/>
              <a:buNone/>
            </a:pPr>
            <a:r>
              <a:rPr lang="en"/>
              <a:t>3rd Party Tool Brief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52"/>
          <p:cNvSpPr txBox="1"/>
          <p:nvPr>
            <p:ph idx="1" type="body"/>
          </p:nvPr>
        </p:nvSpPr>
        <p:spPr>
          <a:xfrm>
            <a:off x="231446" y="3526600"/>
            <a:ext cx="7559100" cy="392400"/>
          </a:xfrm>
          <a:prstGeom prst="rect">
            <a:avLst/>
          </a:prstGeom>
          <a:noFill/>
          <a:ln>
            <a:noFill/>
          </a:ln>
        </p:spPr>
        <p:txBody>
          <a:bodyPr anchorCtr="0" anchor="b" bIns="0" lIns="0" spcFirstLastPara="1" rIns="0" wrap="square" tIns="0">
            <a:spAutoFit/>
          </a:bodyPr>
          <a:lstStyle/>
          <a:p>
            <a:pPr indent="0" lvl="0" marL="0" marR="0" rtl="0" algn="l">
              <a:lnSpc>
                <a:spcPct val="85000"/>
              </a:lnSpc>
              <a:spcBef>
                <a:spcPts val="0"/>
              </a:spcBef>
              <a:spcAft>
                <a:spcPts val="0"/>
              </a:spcAft>
              <a:buClr>
                <a:schemeClr val="dk2"/>
              </a:buClr>
              <a:buSzPts val="3000"/>
              <a:buFont typeface="Arial"/>
              <a:buNone/>
            </a:pPr>
            <a:r>
              <a:rPr lang="en"/>
              <a:t>TestRail Structure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53"/>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Common Artifacts</a:t>
            </a:r>
            <a:endParaRPr/>
          </a:p>
        </p:txBody>
      </p:sp>
      <p:sp>
        <p:nvSpPr>
          <p:cNvPr id="237" name="Google Shape;237;p53"/>
          <p:cNvSpPr txBox="1"/>
          <p:nvPr/>
        </p:nvSpPr>
        <p:spPr>
          <a:xfrm>
            <a:off x="309750" y="979550"/>
            <a:ext cx="8374200" cy="1042500"/>
          </a:xfrm>
          <a:prstGeom prst="rect">
            <a:avLst/>
          </a:prstGeom>
          <a:noFill/>
          <a:ln>
            <a:noFill/>
          </a:ln>
        </p:spPr>
        <p:txBody>
          <a:bodyPr anchorCtr="0" anchor="t" bIns="0" lIns="0" spcFirstLastPara="1" rIns="0" wrap="square" tIns="0">
            <a:sp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There are two modules that ConnectALL can interact with.</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Both will be introduced in this presentation, and work together.</a:t>
            </a:r>
            <a:endParaRPr sz="1800">
              <a:solidFill>
                <a:schemeClr val="dk1"/>
              </a:solidFill>
            </a:endParaRPr>
          </a:p>
          <a:p>
            <a:pPr indent="0" lvl="0" marL="0" rtl="0" algn="l">
              <a:lnSpc>
                <a:spcPct val="115000"/>
              </a:lnSpc>
              <a:spcBef>
                <a:spcPts val="1000"/>
              </a:spcBef>
              <a:spcAft>
                <a:spcPts val="1000"/>
              </a:spcAft>
              <a:buNone/>
            </a:pPr>
            <a:r>
              <a:t/>
            </a:r>
            <a:endParaRPr sz="1800">
              <a:solidFill>
                <a:schemeClr val="dk1"/>
              </a:solidFill>
            </a:endParaRPr>
          </a:p>
        </p:txBody>
      </p:sp>
      <p:sp>
        <p:nvSpPr>
          <p:cNvPr id="238" name="Google Shape;238;p53"/>
          <p:cNvSpPr/>
          <p:nvPr/>
        </p:nvSpPr>
        <p:spPr>
          <a:xfrm>
            <a:off x="1769150" y="2071975"/>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Plan</a:t>
            </a:r>
            <a:endParaRPr>
              <a:solidFill>
                <a:srgbClr val="FFFFFF"/>
              </a:solidFill>
            </a:endParaRPr>
          </a:p>
        </p:txBody>
      </p:sp>
      <p:sp>
        <p:nvSpPr>
          <p:cNvPr id="239" name="Google Shape;239;p53"/>
          <p:cNvSpPr/>
          <p:nvPr/>
        </p:nvSpPr>
        <p:spPr>
          <a:xfrm>
            <a:off x="3765013" y="2071963"/>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Lab</a:t>
            </a:r>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54"/>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Test Plan</a:t>
            </a:r>
            <a:endParaRPr/>
          </a:p>
        </p:txBody>
      </p:sp>
      <p:sp>
        <p:nvSpPr>
          <p:cNvPr id="245" name="Google Shape;245;p54"/>
          <p:cNvSpPr txBox="1"/>
          <p:nvPr/>
        </p:nvSpPr>
        <p:spPr>
          <a:xfrm>
            <a:off x="309750" y="979550"/>
            <a:ext cx="8374200" cy="1233000"/>
          </a:xfrm>
          <a:prstGeom prst="rect">
            <a:avLst/>
          </a:prstGeom>
          <a:noFill/>
          <a:ln>
            <a:noFill/>
          </a:ln>
        </p:spPr>
        <p:txBody>
          <a:bodyPr anchorCtr="0" anchor="t" bIns="0" lIns="0" spcFirstLastPara="1" rIns="0" wrap="square" tIns="0">
            <a:sp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A Suite is the highest level under a project (default one will be created)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Sections are meant to group Test Cases. (default Test Cases will be created)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Test Cases  These are grouped under the Test Case Sections and reused within the Tests of the Lab.</a:t>
            </a:r>
            <a:endParaRPr sz="1800">
              <a:solidFill>
                <a:schemeClr val="dk1"/>
              </a:solidFill>
            </a:endParaRPr>
          </a:p>
        </p:txBody>
      </p:sp>
      <p:pic>
        <p:nvPicPr>
          <p:cNvPr id="246" name="Google Shape;246;p54"/>
          <p:cNvPicPr preferRelativeResize="0"/>
          <p:nvPr/>
        </p:nvPicPr>
        <p:blipFill>
          <a:blip r:embed="rId3">
            <a:alphaModFix/>
          </a:blip>
          <a:stretch>
            <a:fillRect/>
          </a:stretch>
        </p:blipFill>
        <p:spPr>
          <a:xfrm>
            <a:off x="3030750" y="2212550"/>
            <a:ext cx="2395786" cy="2626150"/>
          </a:xfrm>
          <a:prstGeom prst="rect">
            <a:avLst/>
          </a:prstGeom>
          <a:noFill/>
          <a:ln>
            <a:noFill/>
          </a:ln>
        </p:spPr>
      </p:pic>
      <p:sp>
        <p:nvSpPr>
          <p:cNvPr id="247" name="Google Shape;247;p54"/>
          <p:cNvSpPr txBox="1"/>
          <p:nvPr>
            <p:ph type="title"/>
          </p:nvPr>
        </p:nvSpPr>
        <p:spPr>
          <a:xfrm>
            <a:off x="5597150" y="2574491"/>
            <a:ext cx="2549700" cy="1413000"/>
          </a:xfrm>
          <a:prstGeom prst="rect">
            <a:avLst/>
          </a:prstGeom>
        </p:spPr>
        <p:txBody>
          <a:bodyPr anchorCtr="0" anchor="ctr" bIns="0" lIns="0" spcFirstLastPara="1" rIns="0" wrap="square" tIns="0">
            <a:spAutoFit/>
          </a:bodyPr>
          <a:lstStyle/>
          <a:p>
            <a:pPr indent="-304800" lvl="0" marL="457200" rtl="0" algn="l">
              <a:spcBef>
                <a:spcPts val="0"/>
              </a:spcBef>
              <a:spcAft>
                <a:spcPts val="0"/>
              </a:spcAft>
              <a:buSzPts val="1200"/>
              <a:buChar char="●"/>
            </a:pPr>
            <a:r>
              <a:rPr b="0" lang="en" sz="1200"/>
              <a:t>This depicts a Barb Test Project, with 3 Sections </a:t>
            </a:r>
            <a:r>
              <a:rPr b="0" lang="en" sz="1200"/>
              <a:t>(the Suite can not be seen here)</a:t>
            </a:r>
            <a:r>
              <a:rPr b="0" lang="en" sz="1200"/>
              <a:t>. </a:t>
            </a:r>
            <a:endParaRPr b="0" sz="1200"/>
          </a:p>
          <a:p>
            <a:pPr indent="0" lvl="0" marL="0" rtl="0" algn="l">
              <a:spcBef>
                <a:spcPts val="0"/>
              </a:spcBef>
              <a:spcAft>
                <a:spcPts val="0"/>
              </a:spcAft>
              <a:buNone/>
            </a:pPr>
            <a:r>
              <a:t/>
            </a:r>
            <a:endParaRPr b="0" sz="1200"/>
          </a:p>
          <a:p>
            <a:pPr indent="-304800" lvl="0" marL="457200" rtl="0" algn="l">
              <a:spcBef>
                <a:spcPts val="0"/>
              </a:spcBef>
              <a:spcAft>
                <a:spcPts val="0"/>
              </a:spcAft>
              <a:buSzPts val="1200"/>
              <a:buChar char="●"/>
            </a:pPr>
            <a:r>
              <a:rPr b="0" lang="en" sz="1200"/>
              <a:t>The Test Cases section has 10 Test Cases, the Craig Section has 4 Test Cases, and the Noelle Section has 1 Test Case.</a:t>
            </a:r>
            <a:endParaRPr b="0"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55"/>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Test Lab</a:t>
            </a:r>
            <a:endParaRPr/>
          </a:p>
        </p:txBody>
      </p:sp>
      <p:sp>
        <p:nvSpPr>
          <p:cNvPr id="253" name="Google Shape;253;p55"/>
          <p:cNvSpPr txBox="1"/>
          <p:nvPr/>
        </p:nvSpPr>
        <p:spPr>
          <a:xfrm>
            <a:off x="309750" y="979550"/>
            <a:ext cx="8374200" cy="2147100"/>
          </a:xfrm>
          <a:prstGeom prst="rect">
            <a:avLst/>
          </a:prstGeom>
          <a:noFill/>
          <a:ln>
            <a:noFill/>
          </a:ln>
        </p:spPr>
        <p:txBody>
          <a:bodyPr anchorCtr="0" anchor="t" bIns="0" lIns="0" spcFirstLastPara="1" rIns="0" wrap="square" tIns="0">
            <a:sp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Test Plans are the highest </a:t>
            </a:r>
            <a:r>
              <a:rPr lang="en" sz="1800">
                <a:solidFill>
                  <a:schemeClr val="dk1"/>
                </a:solidFill>
              </a:rPr>
              <a:t>level</a:t>
            </a:r>
            <a:r>
              <a:rPr lang="en" sz="1800">
                <a:solidFill>
                  <a:schemeClr val="dk1"/>
                </a:solidFill>
              </a:rPr>
              <a:t> for the testing.</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Tests are executed within Runs which fall under the Project or a Test Plan.</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ConnectAll currently can only work with the Runs under the Project.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Runs are a selection of Test Cases.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Tests are grouped within a Run and have links to the Test Cases.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The execution of a Test Run is against the Test.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Test Results lie within the Tests</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56"/>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Test Lab</a:t>
            </a:r>
            <a:endParaRPr/>
          </a:p>
        </p:txBody>
      </p:sp>
      <p:pic>
        <p:nvPicPr>
          <p:cNvPr id="259" name="Google Shape;259;p56"/>
          <p:cNvPicPr preferRelativeResize="0"/>
          <p:nvPr/>
        </p:nvPicPr>
        <p:blipFill>
          <a:blip r:embed="rId3">
            <a:alphaModFix/>
          </a:blip>
          <a:stretch>
            <a:fillRect/>
          </a:stretch>
        </p:blipFill>
        <p:spPr>
          <a:xfrm>
            <a:off x="152400" y="840675"/>
            <a:ext cx="4891074" cy="2924925"/>
          </a:xfrm>
          <a:prstGeom prst="rect">
            <a:avLst/>
          </a:prstGeom>
          <a:noFill/>
          <a:ln>
            <a:noFill/>
          </a:ln>
        </p:spPr>
      </p:pic>
      <p:sp>
        <p:nvSpPr>
          <p:cNvPr id="260" name="Google Shape;260;p56"/>
          <p:cNvSpPr txBox="1"/>
          <p:nvPr>
            <p:ph type="title"/>
          </p:nvPr>
        </p:nvSpPr>
        <p:spPr>
          <a:xfrm>
            <a:off x="2973600" y="3918000"/>
            <a:ext cx="4050000" cy="627900"/>
          </a:xfrm>
          <a:prstGeom prst="rect">
            <a:avLst/>
          </a:prstGeom>
        </p:spPr>
        <p:txBody>
          <a:bodyPr anchorCtr="0" anchor="ctr" bIns="0" lIns="0" spcFirstLastPara="1" rIns="0" wrap="square" tIns="0">
            <a:spAutoFit/>
          </a:bodyPr>
          <a:lstStyle/>
          <a:p>
            <a:pPr indent="-304800" lvl="0" marL="457200" rtl="0" algn="l">
              <a:spcBef>
                <a:spcPts val="0"/>
              </a:spcBef>
              <a:spcAft>
                <a:spcPts val="0"/>
              </a:spcAft>
              <a:buSzPts val="1200"/>
              <a:buChar char="●"/>
            </a:pPr>
            <a:r>
              <a:rPr b="0" lang="en" sz="1200"/>
              <a:t>This depicts a Barb Test Project, with 2 Test Runs within the Project and One Test Plan (Grandkids). </a:t>
            </a:r>
            <a:endParaRPr b="0" sz="1200"/>
          </a:p>
          <a:p>
            <a:pPr indent="0" lvl="0" marL="0" rtl="0" algn="l">
              <a:spcBef>
                <a:spcPts val="0"/>
              </a:spcBef>
              <a:spcAft>
                <a:spcPts val="0"/>
              </a:spcAft>
              <a:buNone/>
            </a:pPr>
            <a:r>
              <a:t/>
            </a:r>
            <a:endParaRPr b="0" sz="1200"/>
          </a:p>
          <a:p>
            <a:pPr indent="-304800" lvl="0" marL="457200" rtl="0" algn="l">
              <a:spcBef>
                <a:spcPts val="0"/>
              </a:spcBef>
              <a:spcAft>
                <a:spcPts val="0"/>
              </a:spcAft>
              <a:buSzPts val="1200"/>
              <a:buChar char="●"/>
            </a:pPr>
            <a:r>
              <a:rPr b="0" lang="en" sz="1200"/>
              <a:t>The Test Plan has one Test Run within it.</a:t>
            </a:r>
            <a:endParaRPr b="0" sz="1200"/>
          </a:p>
        </p:txBody>
      </p:sp>
      <p:pic>
        <p:nvPicPr>
          <p:cNvPr id="261" name="Google Shape;261;p56"/>
          <p:cNvPicPr preferRelativeResize="0"/>
          <p:nvPr/>
        </p:nvPicPr>
        <p:blipFill>
          <a:blip r:embed="rId4">
            <a:alphaModFix/>
          </a:blip>
          <a:stretch>
            <a:fillRect/>
          </a:stretch>
        </p:blipFill>
        <p:spPr>
          <a:xfrm>
            <a:off x="5195874" y="840683"/>
            <a:ext cx="3795727" cy="24262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7"/>
          <p:cNvSpPr txBox="1"/>
          <p:nvPr>
            <p:ph idx="1" type="body"/>
          </p:nvPr>
        </p:nvSpPr>
        <p:spPr>
          <a:xfrm>
            <a:off x="231446" y="3526600"/>
            <a:ext cx="7559100" cy="392400"/>
          </a:xfrm>
          <a:prstGeom prst="rect">
            <a:avLst/>
          </a:prstGeom>
          <a:noFill/>
          <a:ln>
            <a:noFill/>
          </a:ln>
        </p:spPr>
        <p:txBody>
          <a:bodyPr anchorCtr="0" anchor="b" bIns="0" lIns="0" spcFirstLastPara="1" rIns="0" wrap="square" tIns="0">
            <a:spAutoFit/>
          </a:bodyPr>
          <a:lstStyle/>
          <a:p>
            <a:pPr indent="0" lvl="0" marL="0" marR="0" rtl="0" algn="l">
              <a:lnSpc>
                <a:spcPct val="85000"/>
              </a:lnSpc>
              <a:spcBef>
                <a:spcPts val="0"/>
              </a:spcBef>
              <a:spcAft>
                <a:spcPts val="0"/>
              </a:spcAft>
              <a:buClr>
                <a:schemeClr val="dk2"/>
              </a:buClr>
              <a:buSzPts val="3000"/>
              <a:buFont typeface="Arial"/>
              <a:buNone/>
            </a:pPr>
            <a:r>
              <a:rPr lang="en"/>
              <a:t>Example </a:t>
            </a:r>
            <a:r>
              <a:rPr lang="en"/>
              <a:t>Scenarios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8"/>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TestRail-ALM Test Plan Alignment</a:t>
            </a:r>
            <a:endParaRPr/>
          </a:p>
        </p:txBody>
      </p:sp>
      <p:sp>
        <p:nvSpPr>
          <p:cNvPr id="272" name="Google Shape;272;p58"/>
          <p:cNvSpPr txBox="1"/>
          <p:nvPr/>
        </p:nvSpPr>
        <p:spPr>
          <a:xfrm>
            <a:off x="309750" y="931150"/>
            <a:ext cx="218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TestRail</a:t>
            </a:r>
            <a:endParaRPr sz="1800">
              <a:solidFill>
                <a:srgbClr val="000000"/>
              </a:solidFill>
            </a:endParaRPr>
          </a:p>
        </p:txBody>
      </p:sp>
      <p:sp>
        <p:nvSpPr>
          <p:cNvPr id="273" name="Google Shape;273;p58"/>
          <p:cNvSpPr txBox="1"/>
          <p:nvPr/>
        </p:nvSpPr>
        <p:spPr>
          <a:xfrm>
            <a:off x="7443050" y="931150"/>
            <a:ext cx="78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rPr>
              <a:t>ALM</a:t>
            </a:r>
            <a:endParaRPr sz="1800">
              <a:solidFill>
                <a:srgbClr val="000000"/>
              </a:solidFill>
            </a:endParaRPr>
          </a:p>
        </p:txBody>
      </p:sp>
      <p:sp>
        <p:nvSpPr>
          <p:cNvPr id="274" name="Google Shape;274;p58"/>
          <p:cNvSpPr/>
          <p:nvPr/>
        </p:nvSpPr>
        <p:spPr>
          <a:xfrm>
            <a:off x="5089363" y="3293738"/>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Case</a:t>
            </a:r>
            <a:endParaRPr>
              <a:solidFill>
                <a:srgbClr val="FFFFFF"/>
              </a:solidFill>
            </a:endParaRPr>
          </a:p>
        </p:txBody>
      </p:sp>
      <p:sp>
        <p:nvSpPr>
          <p:cNvPr id="275" name="Google Shape;275;p58"/>
          <p:cNvSpPr/>
          <p:nvPr/>
        </p:nvSpPr>
        <p:spPr>
          <a:xfrm>
            <a:off x="2489813" y="3280688"/>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rgbClr val="FFFFFF"/>
                </a:solidFill>
              </a:rPr>
              <a:t>Test Case</a:t>
            </a:r>
            <a:endParaRPr>
              <a:solidFill>
                <a:srgbClr val="FFFFFF"/>
              </a:solidFill>
            </a:endParaRPr>
          </a:p>
        </p:txBody>
      </p:sp>
      <p:cxnSp>
        <p:nvCxnSpPr>
          <p:cNvPr id="276" name="Google Shape;276;p58"/>
          <p:cNvCxnSpPr>
            <a:stCxn id="275" idx="3"/>
            <a:endCxn id="274" idx="1"/>
          </p:cNvCxnSpPr>
          <p:nvPr/>
        </p:nvCxnSpPr>
        <p:spPr>
          <a:xfrm>
            <a:off x="3822713" y="3591038"/>
            <a:ext cx="1266600" cy="13200"/>
          </a:xfrm>
          <a:prstGeom prst="straightConnector1">
            <a:avLst/>
          </a:prstGeom>
          <a:noFill/>
          <a:ln cap="flat" cmpd="sng" w="9525">
            <a:solidFill>
              <a:srgbClr val="000000"/>
            </a:solidFill>
            <a:prstDash val="solid"/>
            <a:round/>
            <a:headEnd len="med" w="med" type="stealth"/>
            <a:tailEnd len="med" w="med" type="stealth"/>
          </a:ln>
        </p:spPr>
      </p:cxnSp>
      <p:sp>
        <p:nvSpPr>
          <p:cNvPr id="277" name="Google Shape;277;p58"/>
          <p:cNvSpPr/>
          <p:nvPr/>
        </p:nvSpPr>
        <p:spPr>
          <a:xfrm>
            <a:off x="4603013" y="2399288"/>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Case Folder</a:t>
            </a:r>
            <a:endParaRPr>
              <a:solidFill>
                <a:srgbClr val="FFFFFF"/>
              </a:solidFill>
            </a:endParaRPr>
          </a:p>
        </p:txBody>
      </p:sp>
      <p:sp>
        <p:nvSpPr>
          <p:cNvPr id="278" name="Google Shape;278;p58"/>
          <p:cNvSpPr/>
          <p:nvPr/>
        </p:nvSpPr>
        <p:spPr>
          <a:xfrm>
            <a:off x="2243813" y="2399288"/>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rgbClr val="FFFFFF"/>
                </a:solidFill>
              </a:rPr>
              <a:t>Section</a:t>
            </a:r>
            <a:endParaRPr>
              <a:solidFill>
                <a:srgbClr val="FFFFFF"/>
              </a:solidFill>
            </a:endParaRPr>
          </a:p>
        </p:txBody>
      </p:sp>
      <p:cxnSp>
        <p:nvCxnSpPr>
          <p:cNvPr id="279" name="Google Shape;279;p58"/>
          <p:cNvCxnSpPr>
            <a:stCxn id="280" idx="2"/>
            <a:endCxn id="278" idx="0"/>
          </p:cNvCxnSpPr>
          <p:nvPr/>
        </p:nvCxnSpPr>
        <p:spPr>
          <a:xfrm flipH="1" rot="-5400000">
            <a:off x="2657938" y="2146988"/>
            <a:ext cx="260700" cy="243900"/>
          </a:xfrm>
          <a:prstGeom prst="bentConnector3">
            <a:avLst>
              <a:gd fmla="val 50000" name="adj1"/>
            </a:avLst>
          </a:prstGeom>
          <a:noFill/>
          <a:ln cap="flat" cmpd="sng" w="9525">
            <a:solidFill>
              <a:srgbClr val="000000"/>
            </a:solidFill>
            <a:prstDash val="dot"/>
            <a:round/>
            <a:headEnd len="med" w="med" type="none"/>
            <a:tailEnd len="med" w="med" type="none"/>
          </a:ln>
        </p:spPr>
      </p:cxnSp>
      <p:cxnSp>
        <p:nvCxnSpPr>
          <p:cNvPr id="281" name="Google Shape;281;p58"/>
          <p:cNvCxnSpPr>
            <a:stCxn id="277" idx="2"/>
            <a:endCxn id="274" idx="0"/>
          </p:cNvCxnSpPr>
          <p:nvPr/>
        </p:nvCxnSpPr>
        <p:spPr>
          <a:xfrm flipH="1" rot="-5400000">
            <a:off x="5375663" y="2913788"/>
            <a:ext cx="273900" cy="486300"/>
          </a:xfrm>
          <a:prstGeom prst="bentConnector3">
            <a:avLst>
              <a:gd fmla="val 49973" name="adj1"/>
            </a:avLst>
          </a:prstGeom>
          <a:noFill/>
          <a:ln cap="flat" cmpd="sng" w="9525">
            <a:solidFill>
              <a:srgbClr val="000000"/>
            </a:solidFill>
            <a:prstDash val="dot"/>
            <a:round/>
            <a:headEnd len="med" w="med" type="none"/>
            <a:tailEnd len="med" w="med" type="none"/>
          </a:ln>
        </p:spPr>
      </p:cxnSp>
      <p:cxnSp>
        <p:nvCxnSpPr>
          <p:cNvPr id="282" name="Google Shape;282;p58"/>
          <p:cNvCxnSpPr>
            <a:stCxn id="278" idx="3"/>
            <a:endCxn id="277" idx="1"/>
          </p:cNvCxnSpPr>
          <p:nvPr/>
        </p:nvCxnSpPr>
        <p:spPr>
          <a:xfrm>
            <a:off x="3576713" y="2709638"/>
            <a:ext cx="1026300" cy="0"/>
          </a:xfrm>
          <a:prstGeom prst="straightConnector1">
            <a:avLst/>
          </a:prstGeom>
          <a:noFill/>
          <a:ln cap="flat" cmpd="sng" w="9525">
            <a:solidFill>
              <a:srgbClr val="000000"/>
            </a:solidFill>
            <a:prstDash val="solid"/>
            <a:round/>
            <a:headEnd len="med" w="med" type="stealth"/>
            <a:tailEnd len="med" w="med" type="stealth"/>
          </a:ln>
        </p:spPr>
      </p:cxnSp>
      <p:sp>
        <p:nvSpPr>
          <p:cNvPr id="283" name="Google Shape;283;p58"/>
          <p:cNvSpPr/>
          <p:nvPr/>
        </p:nvSpPr>
        <p:spPr>
          <a:xfrm>
            <a:off x="4423038" y="1452500"/>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Case Folder</a:t>
            </a:r>
            <a:endParaRPr>
              <a:solidFill>
                <a:srgbClr val="FFFFFF"/>
              </a:solidFill>
            </a:endParaRPr>
          </a:p>
        </p:txBody>
      </p:sp>
      <p:sp>
        <p:nvSpPr>
          <p:cNvPr id="280" name="Google Shape;280;p58"/>
          <p:cNvSpPr/>
          <p:nvPr/>
        </p:nvSpPr>
        <p:spPr>
          <a:xfrm>
            <a:off x="1999888" y="1517888"/>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rgbClr val="FFFFFF"/>
                </a:solidFill>
              </a:rPr>
              <a:t>Suite</a:t>
            </a:r>
            <a:endParaRPr>
              <a:solidFill>
                <a:srgbClr val="FFFFFF"/>
              </a:solidFill>
            </a:endParaRPr>
          </a:p>
        </p:txBody>
      </p:sp>
      <p:sp>
        <p:nvSpPr>
          <p:cNvPr id="284" name="Google Shape;284;p58"/>
          <p:cNvSpPr/>
          <p:nvPr/>
        </p:nvSpPr>
        <p:spPr>
          <a:xfrm>
            <a:off x="5400163" y="4108538"/>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Config</a:t>
            </a:r>
            <a:endParaRPr>
              <a:solidFill>
                <a:srgbClr val="FFFFFF"/>
              </a:solidFill>
            </a:endParaRPr>
          </a:p>
        </p:txBody>
      </p:sp>
      <p:cxnSp>
        <p:nvCxnSpPr>
          <p:cNvPr id="285" name="Google Shape;285;p58"/>
          <p:cNvCxnSpPr/>
          <p:nvPr/>
        </p:nvCxnSpPr>
        <p:spPr>
          <a:xfrm>
            <a:off x="3346163" y="1828238"/>
            <a:ext cx="1063500" cy="0"/>
          </a:xfrm>
          <a:prstGeom prst="straightConnector1">
            <a:avLst/>
          </a:prstGeom>
          <a:noFill/>
          <a:ln cap="flat" cmpd="sng" w="9525">
            <a:solidFill>
              <a:srgbClr val="000000"/>
            </a:solidFill>
            <a:prstDash val="solid"/>
            <a:round/>
            <a:headEnd len="med" w="med" type="stealth"/>
            <a:tailEnd len="med" w="med" type="stealth"/>
          </a:ln>
        </p:spPr>
      </p:cxnSp>
      <p:cxnSp>
        <p:nvCxnSpPr>
          <p:cNvPr id="286" name="Google Shape;286;p58"/>
          <p:cNvCxnSpPr/>
          <p:nvPr/>
        </p:nvCxnSpPr>
        <p:spPr>
          <a:xfrm flipH="1" rot="-5400000">
            <a:off x="4835963" y="2113238"/>
            <a:ext cx="260700" cy="246000"/>
          </a:xfrm>
          <a:prstGeom prst="bentConnector3">
            <a:avLst>
              <a:gd fmla="val 50000" name="adj1"/>
            </a:avLst>
          </a:prstGeom>
          <a:noFill/>
          <a:ln cap="flat" cmpd="sng" w="9525">
            <a:solidFill>
              <a:srgbClr val="000000"/>
            </a:solidFill>
            <a:prstDash val="dot"/>
            <a:round/>
            <a:headEnd len="med" w="med" type="none"/>
            <a:tailEnd len="med" w="med" type="none"/>
          </a:ln>
        </p:spPr>
      </p:cxnSp>
      <p:cxnSp>
        <p:nvCxnSpPr>
          <p:cNvPr id="287" name="Google Shape;287;p58"/>
          <p:cNvCxnSpPr>
            <a:stCxn id="278" idx="2"/>
            <a:endCxn id="275" idx="0"/>
          </p:cNvCxnSpPr>
          <p:nvPr/>
        </p:nvCxnSpPr>
        <p:spPr>
          <a:xfrm flipH="1" rot="-5400000">
            <a:off x="2902913" y="3027338"/>
            <a:ext cx="260700" cy="246000"/>
          </a:xfrm>
          <a:prstGeom prst="bentConnector3">
            <a:avLst>
              <a:gd fmla="val 50000" name="adj1"/>
            </a:avLst>
          </a:prstGeom>
          <a:noFill/>
          <a:ln cap="flat" cmpd="sng" w="9525">
            <a:solidFill>
              <a:srgbClr val="000000"/>
            </a:solidFill>
            <a:prstDash val="dot"/>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9"/>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TestRail-ALM Test Lab Alignment</a:t>
            </a:r>
            <a:endParaRPr/>
          </a:p>
        </p:txBody>
      </p:sp>
      <p:sp>
        <p:nvSpPr>
          <p:cNvPr id="293" name="Google Shape;293;p59"/>
          <p:cNvSpPr txBox="1"/>
          <p:nvPr/>
        </p:nvSpPr>
        <p:spPr>
          <a:xfrm>
            <a:off x="309750" y="931150"/>
            <a:ext cx="218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TestRail</a:t>
            </a:r>
            <a:endParaRPr sz="1800">
              <a:solidFill>
                <a:srgbClr val="000000"/>
              </a:solidFill>
            </a:endParaRPr>
          </a:p>
        </p:txBody>
      </p:sp>
      <p:sp>
        <p:nvSpPr>
          <p:cNvPr id="294" name="Google Shape;294;p59"/>
          <p:cNvSpPr txBox="1"/>
          <p:nvPr/>
        </p:nvSpPr>
        <p:spPr>
          <a:xfrm>
            <a:off x="7443050" y="931150"/>
            <a:ext cx="78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rPr>
              <a:t>ALM</a:t>
            </a:r>
            <a:endParaRPr sz="1800">
              <a:solidFill>
                <a:srgbClr val="000000"/>
              </a:solidFill>
            </a:endParaRPr>
          </a:p>
        </p:txBody>
      </p:sp>
      <p:sp>
        <p:nvSpPr>
          <p:cNvPr id="295" name="Google Shape;295;p59"/>
          <p:cNvSpPr/>
          <p:nvPr/>
        </p:nvSpPr>
        <p:spPr>
          <a:xfrm>
            <a:off x="5049488" y="3019938"/>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Instance</a:t>
            </a:r>
            <a:endParaRPr>
              <a:solidFill>
                <a:srgbClr val="FFFFFF"/>
              </a:solidFill>
            </a:endParaRPr>
          </a:p>
        </p:txBody>
      </p:sp>
      <p:sp>
        <p:nvSpPr>
          <p:cNvPr id="296" name="Google Shape;296;p59"/>
          <p:cNvSpPr/>
          <p:nvPr/>
        </p:nvSpPr>
        <p:spPr>
          <a:xfrm>
            <a:off x="2536338" y="3019963"/>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rgbClr val="FFFFFF"/>
                </a:solidFill>
              </a:rPr>
              <a:t>Tests</a:t>
            </a:r>
            <a:endParaRPr>
              <a:solidFill>
                <a:srgbClr val="FFFFFF"/>
              </a:solidFill>
            </a:endParaRPr>
          </a:p>
        </p:txBody>
      </p:sp>
      <p:cxnSp>
        <p:nvCxnSpPr>
          <p:cNvPr id="297" name="Google Shape;297;p59"/>
          <p:cNvCxnSpPr>
            <a:stCxn id="296" idx="3"/>
            <a:endCxn id="295" idx="1"/>
          </p:cNvCxnSpPr>
          <p:nvPr/>
        </p:nvCxnSpPr>
        <p:spPr>
          <a:xfrm>
            <a:off x="3869238" y="3330313"/>
            <a:ext cx="1180200" cy="0"/>
          </a:xfrm>
          <a:prstGeom prst="straightConnector1">
            <a:avLst/>
          </a:prstGeom>
          <a:noFill/>
          <a:ln cap="flat" cmpd="sng" w="9525">
            <a:solidFill>
              <a:srgbClr val="000000"/>
            </a:solidFill>
            <a:prstDash val="solid"/>
            <a:round/>
            <a:headEnd len="med" w="med" type="stealth"/>
            <a:tailEnd len="med" w="med" type="stealth"/>
          </a:ln>
        </p:spPr>
      </p:cxnSp>
      <p:sp>
        <p:nvSpPr>
          <p:cNvPr id="298" name="Google Shape;298;p59"/>
          <p:cNvSpPr/>
          <p:nvPr/>
        </p:nvSpPr>
        <p:spPr>
          <a:xfrm>
            <a:off x="4516538" y="2126688"/>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Set</a:t>
            </a:r>
            <a:endParaRPr>
              <a:solidFill>
                <a:srgbClr val="FFFFFF"/>
              </a:solidFill>
            </a:endParaRPr>
          </a:p>
        </p:txBody>
      </p:sp>
      <p:sp>
        <p:nvSpPr>
          <p:cNvPr id="299" name="Google Shape;299;p59"/>
          <p:cNvSpPr/>
          <p:nvPr/>
        </p:nvSpPr>
        <p:spPr>
          <a:xfrm>
            <a:off x="2277038" y="2126700"/>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rgbClr val="FFFFFF"/>
                </a:solidFill>
              </a:rPr>
              <a:t>Runs</a:t>
            </a:r>
            <a:endParaRPr>
              <a:solidFill>
                <a:srgbClr val="FFFFFF"/>
              </a:solidFill>
            </a:endParaRPr>
          </a:p>
        </p:txBody>
      </p:sp>
      <p:cxnSp>
        <p:nvCxnSpPr>
          <p:cNvPr id="300" name="Google Shape;300;p59"/>
          <p:cNvCxnSpPr>
            <a:stCxn id="301" idx="2"/>
            <a:endCxn id="299" idx="0"/>
          </p:cNvCxnSpPr>
          <p:nvPr/>
        </p:nvCxnSpPr>
        <p:spPr>
          <a:xfrm flipH="1" rot="-5400000">
            <a:off x="2695188" y="1878425"/>
            <a:ext cx="272700" cy="224100"/>
          </a:xfrm>
          <a:prstGeom prst="bentConnector3">
            <a:avLst>
              <a:gd fmla="val 49977" name="adj1"/>
            </a:avLst>
          </a:prstGeom>
          <a:noFill/>
          <a:ln cap="flat" cmpd="sng" w="9525">
            <a:solidFill>
              <a:srgbClr val="000000"/>
            </a:solidFill>
            <a:prstDash val="dot"/>
            <a:round/>
            <a:headEnd len="med" w="med" type="none"/>
            <a:tailEnd len="med" w="med" type="none"/>
          </a:ln>
        </p:spPr>
      </p:cxnSp>
      <p:cxnSp>
        <p:nvCxnSpPr>
          <p:cNvPr id="302" name="Google Shape;302;p59"/>
          <p:cNvCxnSpPr>
            <a:stCxn id="298" idx="2"/>
            <a:endCxn id="295" idx="0"/>
          </p:cNvCxnSpPr>
          <p:nvPr/>
        </p:nvCxnSpPr>
        <p:spPr>
          <a:xfrm flipH="1" rot="-5400000">
            <a:off x="5313188" y="2617188"/>
            <a:ext cx="272700" cy="533100"/>
          </a:xfrm>
          <a:prstGeom prst="bentConnector3">
            <a:avLst>
              <a:gd fmla="val 49972" name="adj1"/>
            </a:avLst>
          </a:prstGeom>
          <a:noFill/>
          <a:ln cap="flat" cmpd="sng" w="9525">
            <a:solidFill>
              <a:srgbClr val="000000"/>
            </a:solidFill>
            <a:prstDash val="dot"/>
            <a:round/>
            <a:headEnd len="med" w="med" type="none"/>
            <a:tailEnd len="med" w="med" type="none"/>
          </a:ln>
        </p:spPr>
      </p:cxnSp>
      <p:cxnSp>
        <p:nvCxnSpPr>
          <p:cNvPr id="303" name="Google Shape;303;p59"/>
          <p:cNvCxnSpPr>
            <a:stCxn id="299" idx="3"/>
            <a:endCxn id="298" idx="1"/>
          </p:cNvCxnSpPr>
          <p:nvPr/>
        </p:nvCxnSpPr>
        <p:spPr>
          <a:xfrm>
            <a:off x="3609938" y="2437050"/>
            <a:ext cx="906600" cy="0"/>
          </a:xfrm>
          <a:prstGeom prst="straightConnector1">
            <a:avLst/>
          </a:prstGeom>
          <a:noFill/>
          <a:ln cap="flat" cmpd="sng" w="9525">
            <a:solidFill>
              <a:srgbClr val="000000"/>
            </a:solidFill>
            <a:prstDash val="solid"/>
            <a:round/>
            <a:headEnd len="med" w="med" type="stealth"/>
            <a:tailEnd len="med" w="med" type="stealth"/>
          </a:ln>
        </p:spPr>
      </p:cxnSp>
      <p:sp>
        <p:nvSpPr>
          <p:cNvPr id="304" name="Google Shape;304;p59"/>
          <p:cNvSpPr/>
          <p:nvPr/>
        </p:nvSpPr>
        <p:spPr>
          <a:xfrm>
            <a:off x="4409663" y="1233438"/>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Set Folder</a:t>
            </a:r>
            <a:endParaRPr>
              <a:solidFill>
                <a:srgbClr val="FFFFFF"/>
              </a:solidFill>
            </a:endParaRPr>
          </a:p>
        </p:txBody>
      </p:sp>
      <p:sp>
        <p:nvSpPr>
          <p:cNvPr id="301" name="Google Shape;301;p59"/>
          <p:cNvSpPr/>
          <p:nvPr/>
        </p:nvSpPr>
        <p:spPr>
          <a:xfrm>
            <a:off x="2053038" y="1233425"/>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rgbClr val="FFFFFF"/>
                </a:solidFill>
              </a:rPr>
              <a:t>Test Plans</a:t>
            </a:r>
            <a:endParaRPr>
              <a:solidFill>
                <a:srgbClr val="FFFFFF"/>
              </a:solidFill>
            </a:endParaRPr>
          </a:p>
        </p:txBody>
      </p:sp>
      <p:sp>
        <p:nvSpPr>
          <p:cNvPr id="305" name="Google Shape;305;p59"/>
          <p:cNvSpPr/>
          <p:nvPr/>
        </p:nvSpPr>
        <p:spPr>
          <a:xfrm>
            <a:off x="5234038" y="3736413"/>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Run</a:t>
            </a:r>
            <a:endParaRPr>
              <a:solidFill>
                <a:srgbClr val="FFFFFF"/>
              </a:solidFill>
            </a:endParaRPr>
          </a:p>
        </p:txBody>
      </p:sp>
      <p:cxnSp>
        <p:nvCxnSpPr>
          <p:cNvPr id="306" name="Google Shape;306;p59"/>
          <p:cNvCxnSpPr/>
          <p:nvPr/>
        </p:nvCxnSpPr>
        <p:spPr>
          <a:xfrm>
            <a:off x="3346163" y="1595638"/>
            <a:ext cx="1063500" cy="0"/>
          </a:xfrm>
          <a:prstGeom prst="straightConnector1">
            <a:avLst/>
          </a:prstGeom>
          <a:noFill/>
          <a:ln cap="flat" cmpd="sng" w="9525">
            <a:solidFill>
              <a:srgbClr val="000000"/>
            </a:solidFill>
            <a:prstDash val="solid"/>
            <a:round/>
            <a:headEnd len="med" w="med" type="stealth"/>
            <a:tailEnd len="med" w="med" type="stealth"/>
          </a:ln>
        </p:spPr>
      </p:cxnSp>
      <p:cxnSp>
        <p:nvCxnSpPr>
          <p:cNvPr id="307" name="Google Shape;307;p59"/>
          <p:cNvCxnSpPr>
            <a:stCxn id="304" idx="2"/>
            <a:endCxn id="298" idx="0"/>
          </p:cNvCxnSpPr>
          <p:nvPr/>
        </p:nvCxnSpPr>
        <p:spPr>
          <a:xfrm flipH="1" rot="-5400000">
            <a:off x="4993163" y="1937088"/>
            <a:ext cx="272700" cy="106800"/>
          </a:xfrm>
          <a:prstGeom prst="bentConnector3">
            <a:avLst>
              <a:gd fmla="val 49972" name="adj1"/>
            </a:avLst>
          </a:prstGeom>
          <a:noFill/>
          <a:ln cap="flat" cmpd="sng" w="9525">
            <a:solidFill>
              <a:srgbClr val="000000"/>
            </a:solidFill>
            <a:prstDash val="dot"/>
            <a:round/>
            <a:headEnd len="med" w="med" type="none"/>
            <a:tailEnd len="med" w="med" type="none"/>
          </a:ln>
        </p:spPr>
      </p:cxnSp>
      <p:cxnSp>
        <p:nvCxnSpPr>
          <p:cNvPr id="308" name="Google Shape;308;p59"/>
          <p:cNvCxnSpPr>
            <a:stCxn id="299" idx="2"/>
            <a:endCxn id="296" idx="0"/>
          </p:cNvCxnSpPr>
          <p:nvPr/>
        </p:nvCxnSpPr>
        <p:spPr>
          <a:xfrm flipH="1" rot="-5400000">
            <a:off x="2936738" y="2754150"/>
            <a:ext cx="272700" cy="259200"/>
          </a:xfrm>
          <a:prstGeom prst="bentConnector3">
            <a:avLst>
              <a:gd fmla="val 49975" name="adj1"/>
            </a:avLst>
          </a:prstGeom>
          <a:noFill/>
          <a:ln cap="flat" cmpd="sng" w="9525">
            <a:solidFill>
              <a:srgbClr val="000000"/>
            </a:solidFill>
            <a:prstDash val="dot"/>
            <a:round/>
            <a:headEnd len="med" w="med" type="none"/>
            <a:tailEnd len="med" w="med" type="none"/>
          </a:ln>
        </p:spPr>
      </p:cxnSp>
      <p:sp>
        <p:nvSpPr>
          <p:cNvPr id="309" name="Google Shape;309;p59"/>
          <p:cNvSpPr/>
          <p:nvPr/>
        </p:nvSpPr>
        <p:spPr>
          <a:xfrm>
            <a:off x="2837288" y="3789963"/>
            <a:ext cx="1332900" cy="620700"/>
          </a:xfrm>
          <a:prstGeom prst="rect">
            <a:avLst/>
          </a:prstGeom>
          <a:solidFill>
            <a:srgbClr val="0098C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rgbClr val="FFFFFF"/>
                </a:solidFill>
              </a:rPr>
              <a:t>Test Results</a:t>
            </a:r>
            <a:endParaRPr>
              <a:solidFill>
                <a:srgbClr val="FFFFFF"/>
              </a:solidFill>
            </a:endParaRPr>
          </a:p>
        </p:txBody>
      </p:sp>
      <p:sp>
        <p:nvSpPr>
          <p:cNvPr id="310" name="Google Shape;310;p59"/>
          <p:cNvSpPr/>
          <p:nvPr/>
        </p:nvSpPr>
        <p:spPr>
          <a:xfrm>
            <a:off x="5552563" y="4260938"/>
            <a:ext cx="1332900" cy="620700"/>
          </a:xfrm>
          <a:prstGeom prst="rect">
            <a:avLst/>
          </a:prstGeom>
          <a:solidFill>
            <a:srgbClr val="0B539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a:t>
            </a:r>
            <a:r>
              <a:rPr lang="en">
                <a:solidFill>
                  <a:srgbClr val="FFFFFF"/>
                </a:solidFill>
              </a:rPr>
              <a:t>un Steps</a:t>
            </a:r>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60"/>
          <p:cNvSpPr txBox="1"/>
          <p:nvPr>
            <p:ph idx="1" type="body"/>
          </p:nvPr>
        </p:nvSpPr>
        <p:spPr>
          <a:xfrm>
            <a:off x="309750" y="897075"/>
            <a:ext cx="8524500" cy="4303800"/>
          </a:xfrm>
          <a:prstGeom prst="rect">
            <a:avLst/>
          </a:prstGeom>
        </p:spPr>
        <p:txBody>
          <a:bodyPr anchorCtr="0" anchor="t" bIns="0" lIns="0" spcFirstLastPara="1" rIns="0" wrap="square" tIns="0">
            <a:spAutoFit/>
          </a:bodyPr>
          <a:lstStyle/>
          <a:p>
            <a:pPr indent="0" lvl="0" marL="0" rtl="0" algn="l">
              <a:spcBef>
                <a:spcPts val="900"/>
              </a:spcBef>
              <a:spcAft>
                <a:spcPts val="0"/>
              </a:spcAft>
              <a:buClr>
                <a:schemeClr val="dk1"/>
              </a:buClr>
              <a:buSzPts val="1100"/>
              <a:buFont typeface="Arial"/>
              <a:buNone/>
            </a:pPr>
            <a:r>
              <a:rPr b="1" lang="en" sz="1300"/>
              <a:t>TestRail Test Plan</a:t>
            </a:r>
            <a:r>
              <a:rPr lang="en" sz="1200"/>
              <a:t>			 		</a:t>
            </a:r>
            <a:r>
              <a:rPr b="1" lang="en" sz="1300"/>
              <a:t>ALM Test Plan</a:t>
            </a:r>
            <a:endParaRPr b="1" sz="1300"/>
          </a:p>
          <a:p>
            <a:pPr indent="0" lvl="0" marL="0" rtl="0" algn="l">
              <a:spcBef>
                <a:spcPts val="900"/>
              </a:spcBef>
              <a:spcAft>
                <a:spcPts val="0"/>
              </a:spcAft>
              <a:buClr>
                <a:schemeClr val="dk1"/>
              </a:buClr>
              <a:buSzPts val="1100"/>
              <a:buFont typeface="Arial"/>
              <a:buNone/>
            </a:pPr>
            <a:r>
              <a:rPr lang="en" sz="1200"/>
              <a:t>1 Suite (get_suites/project)			                    Test Case Folder (test-folders)</a:t>
            </a:r>
            <a:endParaRPr sz="1200"/>
          </a:p>
          <a:p>
            <a:pPr indent="0" lvl="0" marL="0" rtl="0" algn="l">
              <a:spcBef>
                <a:spcPts val="900"/>
              </a:spcBef>
              <a:spcAft>
                <a:spcPts val="0"/>
              </a:spcAft>
              <a:buClr>
                <a:schemeClr val="dk1"/>
              </a:buClr>
              <a:buSzPts val="1100"/>
              <a:buFont typeface="Arial"/>
              <a:buNone/>
            </a:pPr>
            <a:r>
              <a:rPr lang="en" sz="1200"/>
              <a:t>2   Section (get_sections/project)				  Test Case Folder (test-folders)</a:t>
            </a:r>
            <a:endParaRPr sz="1200"/>
          </a:p>
          <a:p>
            <a:pPr indent="0" lvl="0" marL="0" rtl="0" algn="l">
              <a:spcBef>
                <a:spcPts val="900"/>
              </a:spcBef>
              <a:spcAft>
                <a:spcPts val="0"/>
              </a:spcAft>
              <a:buClr>
                <a:schemeClr val="dk1"/>
              </a:buClr>
              <a:buSzPts val="1100"/>
              <a:buFont typeface="Arial"/>
              <a:buNone/>
            </a:pPr>
            <a:r>
              <a:rPr lang="en" sz="1200"/>
              <a:t>3    Test Case (get_cases/project)			     	    Test Case (tests)</a:t>
            </a:r>
            <a:endParaRPr sz="1200"/>
          </a:p>
          <a:p>
            <a:pPr indent="0" lvl="0" marL="0" rtl="0" algn="l">
              <a:spcBef>
                <a:spcPts val="900"/>
              </a:spcBef>
              <a:spcAft>
                <a:spcPts val="0"/>
              </a:spcAft>
              <a:buClr>
                <a:schemeClr val="dk1"/>
              </a:buClr>
              <a:buSzPts val="1100"/>
              <a:buFont typeface="Arial"/>
              <a:buNone/>
            </a:pPr>
            <a:r>
              <a:rPr lang="en" sz="1200"/>
              <a:t>					       	     		      Test Config</a:t>
            </a:r>
            <a:endParaRPr sz="1200"/>
          </a:p>
          <a:p>
            <a:pPr indent="0" lvl="0" marL="0" rtl="0" algn="l">
              <a:spcBef>
                <a:spcPts val="900"/>
              </a:spcBef>
              <a:spcAft>
                <a:spcPts val="0"/>
              </a:spcAft>
              <a:buClr>
                <a:schemeClr val="dk1"/>
              </a:buClr>
              <a:buSzPts val="1100"/>
              <a:buFont typeface="Arial"/>
              <a:buNone/>
            </a:pPr>
            <a:r>
              <a:t/>
            </a:r>
            <a:endParaRPr sz="1200"/>
          </a:p>
          <a:p>
            <a:pPr indent="0" lvl="0" marL="0" rtl="0" algn="l">
              <a:spcBef>
                <a:spcPts val="900"/>
              </a:spcBef>
              <a:spcAft>
                <a:spcPts val="0"/>
              </a:spcAft>
              <a:buClr>
                <a:schemeClr val="dk1"/>
              </a:buClr>
              <a:buSzPts val="1100"/>
              <a:buFont typeface="Arial"/>
              <a:buNone/>
            </a:pPr>
            <a:r>
              <a:rPr b="1" lang="en" sz="1300"/>
              <a:t>TestRail Test Lab			 			  ALM Test Lab</a:t>
            </a:r>
            <a:endParaRPr b="1" sz="1300"/>
          </a:p>
          <a:p>
            <a:pPr indent="0" lvl="0" marL="0" rtl="0" algn="l">
              <a:spcBef>
                <a:spcPts val="900"/>
              </a:spcBef>
              <a:spcAft>
                <a:spcPts val="0"/>
              </a:spcAft>
              <a:buClr>
                <a:schemeClr val="dk1"/>
              </a:buClr>
              <a:buSzPts val="1100"/>
              <a:buFont typeface="Arial"/>
              <a:buNone/>
            </a:pPr>
            <a:r>
              <a:rPr lang="en" sz="1200"/>
              <a:t>4 Test Plans (get_plans(project))	                 	           Test Set Folder (test-set-folders)</a:t>
            </a:r>
            <a:endParaRPr sz="1200"/>
          </a:p>
          <a:p>
            <a:pPr indent="0" lvl="0" marL="0" rtl="0" algn="l">
              <a:spcBef>
                <a:spcPts val="900"/>
              </a:spcBef>
              <a:spcAft>
                <a:spcPts val="0"/>
              </a:spcAft>
              <a:buClr>
                <a:schemeClr val="dk1"/>
              </a:buClr>
              <a:buSzPts val="1100"/>
              <a:buFont typeface="Arial"/>
              <a:buNone/>
            </a:pPr>
            <a:r>
              <a:rPr lang="en" sz="1200"/>
              <a:t>5  Runs (runs(project)/get_plan(plan_id)) 	  	  Test Set (test-sets) (known as Cycle)</a:t>
            </a:r>
            <a:endParaRPr sz="1200"/>
          </a:p>
          <a:p>
            <a:pPr indent="0" lvl="0" marL="0" rtl="0" algn="l">
              <a:spcBef>
                <a:spcPts val="900"/>
              </a:spcBef>
              <a:spcAft>
                <a:spcPts val="0"/>
              </a:spcAft>
              <a:buClr>
                <a:schemeClr val="dk1"/>
              </a:buClr>
              <a:buSzPts val="1100"/>
              <a:buFont typeface="Arial"/>
              <a:buNone/>
            </a:pPr>
            <a:r>
              <a:rPr lang="en" sz="1200"/>
              <a:t>6   Tests (tests/(run_id))(link from Test Case)     	   Test Instance (test-instances)(link from Test Case)</a:t>
            </a:r>
            <a:endParaRPr sz="1200"/>
          </a:p>
          <a:p>
            <a:pPr indent="0" lvl="0" marL="0" rtl="0" algn="l">
              <a:spcBef>
                <a:spcPts val="900"/>
              </a:spcBef>
              <a:spcAft>
                <a:spcPts val="0"/>
              </a:spcAft>
              <a:buClr>
                <a:schemeClr val="dk1"/>
              </a:buClr>
              <a:buSzPts val="1100"/>
              <a:buFont typeface="Arial"/>
              <a:buNone/>
            </a:pPr>
            <a:r>
              <a:rPr lang="en" sz="1200"/>
              <a:t> *    Test Results                                  		                Test Run (runs)</a:t>
            </a:r>
            <a:endParaRPr sz="1200"/>
          </a:p>
          <a:p>
            <a:pPr indent="0" lvl="0" marL="0" rtl="0" algn="l">
              <a:spcBef>
                <a:spcPts val="900"/>
              </a:spcBef>
              <a:spcAft>
                <a:spcPts val="0"/>
              </a:spcAft>
              <a:buNone/>
            </a:pPr>
            <a:r>
              <a:rPr lang="en" sz="1200"/>
              <a:t> (get_results_for_run/(run_id or case)) or (get_results(test_id))        									                  	</a:t>
            </a:r>
            <a:r>
              <a:rPr lang="en" sz="1200"/>
              <a:t>                                                                                           Run Steps</a:t>
            </a:r>
            <a:endParaRPr sz="1200"/>
          </a:p>
          <a:p>
            <a:pPr indent="0" lvl="0" marL="0" rtl="0" algn="l">
              <a:spcBef>
                <a:spcPts val="900"/>
              </a:spcBef>
              <a:spcAft>
                <a:spcPts val="0"/>
              </a:spcAft>
              <a:buNone/>
            </a:pPr>
            <a:r>
              <a:rPr lang="en" sz="1200"/>
              <a:t> </a:t>
            </a:r>
            <a:endParaRPr sz="1200"/>
          </a:p>
          <a:p>
            <a:pPr indent="0" lvl="0" marL="0" rtl="0" algn="l">
              <a:spcBef>
                <a:spcPts val="900"/>
              </a:spcBef>
              <a:spcAft>
                <a:spcPts val="0"/>
              </a:spcAft>
              <a:buClr>
                <a:schemeClr val="dk1"/>
              </a:buClr>
              <a:buSzPts val="1100"/>
              <a:buFont typeface="Arial"/>
              <a:buNone/>
            </a:pPr>
            <a:r>
              <a:rPr lang="en" sz="1200"/>
              <a:t>*Note: ConnectAll does not sync Test Runs and TestRail Test Results </a:t>
            </a:r>
            <a:endParaRPr sz="1200"/>
          </a:p>
          <a:p>
            <a:pPr indent="0" lvl="0" marL="0" rtl="0" algn="l">
              <a:spcBef>
                <a:spcPts val="900"/>
              </a:spcBef>
              <a:spcAft>
                <a:spcPts val="0"/>
              </a:spcAft>
              <a:buNone/>
            </a:pPr>
            <a:r>
              <a:t/>
            </a:r>
            <a:endParaRPr sz="1200"/>
          </a:p>
        </p:txBody>
      </p:sp>
      <p:sp>
        <p:nvSpPr>
          <p:cNvPr id="316" name="Google Shape;316;p60"/>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Alignment with available API calls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61"/>
          <p:cNvSpPr txBox="1"/>
          <p:nvPr>
            <p:ph idx="1" type="body"/>
          </p:nvPr>
        </p:nvSpPr>
        <p:spPr>
          <a:xfrm>
            <a:off x="423056" y="1221717"/>
            <a:ext cx="4650000" cy="1447200"/>
          </a:xfrm>
          <a:prstGeom prst="rect">
            <a:avLst/>
          </a:prstGeom>
          <a:noFill/>
          <a:ln>
            <a:noFill/>
          </a:ln>
        </p:spPr>
        <p:txBody>
          <a:bodyPr anchorCtr="0" anchor="b" bIns="0" lIns="0" spcFirstLastPara="1" rIns="0" wrap="square" tIns="0">
            <a:noAutofit/>
          </a:bodyPr>
          <a:lstStyle/>
          <a:p>
            <a:pPr indent="0" lvl="0" marL="0" rtl="0" algn="l">
              <a:lnSpc>
                <a:spcPct val="85000"/>
              </a:lnSpc>
              <a:spcBef>
                <a:spcPts val="0"/>
              </a:spcBef>
              <a:spcAft>
                <a:spcPts val="0"/>
              </a:spcAft>
              <a:buSzPts val="3000"/>
              <a:buNone/>
            </a:pPr>
            <a:r>
              <a:rPr lang="en"/>
              <a:t>Setting Up Automations</a:t>
            </a:r>
            <a:endParaRPr/>
          </a:p>
        </p:txBody>
      </p:sp>
      <p:sp>
        <p:nvSpPr>
          <p:cNvPr id="322" name="Google Shape;322;p61"/>
          <p:cNvSpPr txBox="1"/>
          <p:nvPr>
            <p:ph idx="2" type="body"/>
          </p:nvPr>
        </p:nvSpPr>
        <p:spPr>
          <a:xfrm>
            <a:off x="423056" y="3407627"/>
            <a:ext cx="4650000" cy="166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1200"/>
              <a:buNone/>
            </a:pPr>
            <a:r>
              <a:rPr lang="en"/>
              <a:t>Target Audience: SE / GSA Team</a:t>
            </a:r>
            <a:endParaRPr/>
          </a:p>
        </p:txBody>
      </p:sp>
      <p:sp>
        <p:nvSpPr>
          <p:cNvPr id="323" name="Google Shape;323;p61"/>
          <p:cNvSpPr txBox="1"/>
          <p:nvPr>
            <p:ph idx="3" type="body"/>
          </p:nvPr>
        </p:nvSpPr>
        <p:spPr>
          <a:xfrm>
            <a:off x="423056" y="2848316"/>
            <a:ext cx="4650000" cy="166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1200"/>
              <a:buNone/>
            </a:pPr>
            <a:r>
              <a:rPr lang="en"/>
              <a:t>Configuring Specific Scenarios in ConnectALL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62"/>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Creating a Connection</a:t>
            </a:r>
            <a:endParaRPr/>
          </a:p>
        </p:txBody>
      </p:sp>
      <p:sp>
        <p:nvSpPr>
          <p:cNvPr id="329" name="Google Shape;329;p62"/>
          <p:cNvSpPr txBox="1"/>
          <p:nvPr/>
        </p:nvSpPr>
        <p:spPr>
          <a:xfrm>
            <a:off x="309751" y="974775"/>
            <a:ext cx="4319400" cy="19950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t>User Name and Password is required</a:t>
            </a:r>
            <a:r>
              <a:rPr lang="en" sz="1800">
                <a:solidFill>
                  <a:srgbClr val="000000"/>
                </a:solidFill>
              </a:rPr>
              <a:t>.</a:t>
            </a:r>
            <a:endParaRPr sz="1800">
              <a:solidFill>
                <a:srgbClr val="000000"/>
              </a:solidFill>
            </a:endParaRPr>
          </a:p>
          <a:p>
            <a:pPr indent="0" lvl="0" marL="457200" rtl="0" algn="l">
              <a:lnSpc>
                <a:spcPct val="90000"/>
              </a:lnSpc>
              <a:spcBef>
                <a:spcPts val="0"/>
              </a:spcBef>
              <a:spcAft>
                <a:spcPts val="0"/>
              </a:spcAft>
              <a:buNone/>
            </a:pPr>
            <a:r>
              <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Your connection’s time zone will need to match the time zone of your </a:t>
            </a:r>
            <a:r>
              <a:rPr lang="en" sz="1800"/>
              <a:t>TestRail</a:t>
            </a:r>
            <a:r>
              <a:rPr lang="en" sz="1800">
                <a:solidFill>
                  <a:srgbClr val="000000"/>
                </a:solidFill>
              </a:rPr>
              <a:t> server.</a:t>
            </a:r>
            <a:endParaRPr sz="1800">
              <a:solidFill>
                <a:srgbClr val="000000"/>
              </a:solidFill>
            </a:endParaRPr>
          </a:p>
          <a:p>
            <a:pPr indent="0" lvl="0" marL="457200" rtl="0" algn="l">
              <a:lnSpc>
                <a:spcPct val="90000"/>
              </a:lnSpc>
              <a:spcBef>
                <a:spcPts val="0"/>
              </a:spcBef>
              <a:spcAft>
                <a:spcPts val="0"/>
              </a:spcAft>
              <a:buNone/>
            </a:pPr>
            <a:r>
              <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adapter supports Basic Auth.</a:t>
            </a:r>
            <a:endParaRPr sz="1800">
              <a:solidFill>
                <a:srgbClr val="000000"/>
              </a:solidFill>
            </a:endParaRPr>
          </a:p>
        </p:txBody>
      </p:sp>
      <p:pic>
        <p:nvPicPr>
          <p:cNvPr id="330" name="Google Shape;330;p62"/>
          <p:cNvPicPr preferRelativeResize="0"/>
          <p:nvPr/>
        </p:nvPicPr>
        <p:blipFill>
          <a:blip r:embed="rId3">
            <a:alphaModFix/>
          </a:blip>
          <a:stretch>
            <a:fillRect/>
          </a:stretch>
        </p:blipFill>
        <p:spPr>
          <a:xfrm>
            <a:off x="4712726" y="358858"/>
            <a:ext cx="4074850" cy="41504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63"/>
          <p:cNvSpPr txBox="1"/>
          <p:nvPr>
            <p:ph idx="1" type="body"/>
          </p:nvPr>
        </p:nvSpPr>
        <p:spPr>
          <a:xfrm>
            <a:off x="308610" y="3525959"/>
            <a:ext cx="6446400" cy="392400"/>
          </a:xfrm>
          <a:prstGeom prst="rect">
            <a:avLst/>
          </a:prstGeom>
          <a:noFill/>
          <a:ln>
            <a:noFill/>
          </a:ln>
        </p:spPr>
        <p:txBody>
          <a:bodyPr anchorCtr="0" anchor="b" bIns="0" lIns="0" spcFirstLastPara="1" rIns="0" wrap="square" tIns="0">
            <a:spAutoFit/>
          </a:bodyPr>
          <a:lstStyle/>
          <a:p>
            <a:pPr indent="0" lvl="0" marL="0" marR="0" rtl="0" algn="l">
              <a:lnSpc>
                <a:spcPct val="85000"/>
              </a:lnSpc>
              <a:spcBef>
                <a:spcPts val="0"/>
              </a:spcBef>
              <a:spcAft>
                <a:spcPts val="0"/>
              </a:spcAft>
              <a:buClr>
                <a:schemeClr val="dk2"/>
              </a:buClr>
              <a:buSzPts val="3000"/>
              <a:buFont typeface="Arial"/>
              <a:buNone/>
            </a:pPr>
            <a:r>
              <a:rPr lang="en"/>
              <a:t>Testing Sync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64"/>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Automation Setup (Suite or Section to Test Case Folder)</a:t>
            </a:r>
            <a:endParaRPr/>
          </a:p>
        </p:txBody>
      </p:sp>
      <p:sp>
        <p:nvSpPr>
          <p:cNvPr id="341" name="Google Shape;341;p64"/>
          <p:cNvSpPr txBox="1"/>
          <p:nvPr/>
        </p:nvSpPr>
        <p:spPr>
          <a:xfrm>
            <a:off x="309753" y="891540"/>
            <a:ext cx="8524500" cy="16209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typical creation flow is </a:t>
            </a:r>
            <a:r>
              <a:rPr lang="en" sz="1800"/>
              <a:t>TestRail</a:t>
            </a:r>
            <a:r>
              <a:rPr lang="en" sz="1800">
                <a:solidFill>
                  <a:srgbClr val="000000"/>
                </a:solidFill>
              </a:rPr>
              <a:t> -&gt; ALM.</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To create a </a:t>
            </a:r>
            <a:r>
              <a:rPr lang="en" sz="1800"/>
              <a:t>Test Case Folder</a:t>
            </a:r>
            <a:r>
              <a:rPr lang="en" sz="1800">
                <a:solidFill>
                  <a:srgbClr val="000000"/>
                </a:solidFill>
              </a:rPr>
              <a:t> in ALM, the following fields are required:</a:t>
            </a:r>
            <a:endParaRPr sz="1800">
              <a:solidFill>
                <a:srgbClr val="000000"/>
              </a:solidFill>
            </a:endParaRPr>
          </a:p>
          <a:p>
            <a:pPr indent="-323850" lvl="1" marL="914400" rtl="0" algn="l">
              <a:lnSpc>
                <a:spcPct val="90000"/>
              </a:lnSpc>
              <a:spcBef>
                <a:spcPts val="0"/>
              </a:spcBef>
              <a:spcAft>
                <a:spcPts val="0"/>
              </a:spcAft>
              <a:buClr>
                <a:srgbClr val="000000"/>
              </a:buClr>
              <a:buSzPts val="1500"/>
              <a:buChar char="○"/>
            </a:pPr>
            <a:r>
              <a:rPr lang="en" sz="1500">
                <a:solidFill>
                  <a:srgbClr val="000000"/>
                </a:solidFill>
              </a:rPr>
              <a:t>Name</a:t>
            </a:r>
            <a:endParaRPr sz="1500">
              <a:solidFill>
                <a:srgbClr val="000000"/>
              </a:solidFill>
            </a:endParaRPr>
          </a:p>
          <a:p>
            <a:pPr indent="-323850" lvl="1" marL="914400" rtl="0" algn="l">
              <a:lnSpc>
                <a:spcPct val="90000"/>
              </a:lnSpc>
              <a:spcBef>
                <a:spcPts val="0"/>
              </a:spcBef>
              <a:spcAft>
                <a:spcPts val="0"/>
              </a:spcAft>
              <a:buSzPts val="1500"/>
              <a:buChar char="○"/>
            </a:pPr>
            <a:r>
              <a:rPr lang="en" sz="1500"/>
              <a:t>Updated On to search for changes</a:t>
            </a:r>
            <a:endParaRPr sz="1500"/>
          </a:p>
          <a:p>
            <a:pPr indent="-323850" lvl="1" marL="914400" rtl="0" algn="l">
              <a:lnSpc>
                <a:spcPct val="90000"/>
              </a:lnSpc>
              <a:spcBef>
                <a:spcPts val="0"/>
              </a:spcBef>
              <a:spcAft>
                <a:spcPts val="0"/>
              </a:spcAft>
              <a:buClr>
                <a:srgbClr val="000000"/>
              </a:buClr>
              <a:buSzPts val="1500"/>
              <a:buChar char="○"/>
            </a:pPr>
            <a:r>
              <a:rPr lang="en" sz="1500"/>
              <a:t>Project Id as a CONSTANT</a:t>
            </a:r>
            <a:endParaRPr sz="15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chemeClr val="dk1"/>
                </a:solidFill>
              </a:rPr>
              <a:t>In the below mapping, the Project Id is 1001</a:t>
            </a:r>
            <a:endParaRPr sz="1800">
              <a:solidFill>
                <a:schemeClr val="dk1"/>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Additional fields can be mapped as desired.</a:t>
            </a:r>
            <a:endParaRPr sz="1800">
              <a:solidFill>
                <a:srgbClr val="000000"/>
              </a:solidFill>
            </a:endParaRPr>
          </a:p>
        </p:txBody>
      </p:sp>
      <p:pic>
        <p:nvPicPr>
          <p:cNvPr id="342" name="Google Shape;342;p64"/>
          <p:cNvPicPr preferRelativeResize="0"/>
          <p:nvPr/>
        </p:nvPicPr>
        <p:blipFill>
          <a:blip r:embed="rId3">
            <a:alphaModFix/>
          </a:blip>
          <a:stretch>
            <a:fillRect/>
          </a:stretch>
        </p:blipFill>
        <p:spPr>
          <a:xfrm>
            <a:off x="192275" y="2866415"/>
            <a:ext cx="8413352" cy="12873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65"/>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Automation Setup (Test Cases)</a:t>
            </a:r>
            <a:endParaRPr/>
          </a:p>
        </p:txBody>
      </p:sp>
      <p:sp>
        <p:nvSpPr>
          <p:cNvPr id="348" name="Google Shape;348;p65"/>
          <p:cNvSpPr txBox="1"/>
          <p:nvPr/>
        </p:nvSpPr>
        <p:spPr>
          <a:xfrm>
            <a:off x="309753" y="891540"/>
            <a:ext cx="8524500" cy="22443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typical creation flow is </a:t>
            </a:r>
            <a:r>
              <a:rPr lang="en" sz="1800"/>
              <a:t>TestRail</a:t>
            </a:r>
            <a:r>
              <a:rPr lang="en" sz="1800">
                <a:solidFill>
                  <a:srgbClr val="000000"/>
                </a:solidFill>
              </a:rPr>
              <a:t> -&gt; ALM.</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To create a </a:t>
            </a:r>
            <a:r>
              <a:rPr lang="en" sz="1800"/>
              <a:t>Test Case </a:t>
            </a:r>
            <a:r>
              <a:rPr lang="en" sz="1800">
                <a:solidFill>
                  <a:srgbClr val="000000"/>
                </a:solidFill>
              </a:rPr>
              <a:t>in ALM, the following fields are required:</a:t>
            </a:r>
            <a:endParaRPr sz="1800">
              <a:solidFill>
                <a:srgbClr val="000000"/>
              </a:solidFill>
            </a:endParaRPr>
          </a:p>
          <a:p>
            <a:pPr indent="-323850" lvl="1" marL="914400" rtl="0" algn="l">
              <a:lnSpc>
                <a:spcPct val="90000"/>
              </a:lnSpc>
              <a:spcBef>
                <a:spcPts val="0"/>
              </a:spcBef>
              <a:spcAft>
                <a:spcPts val="0"/>
              </a:spcAft>
              <a:buClr>
                <a:srgbClr val="000000"/>
              </a:buClr>
              <a:buSzPts val="1500"/>
              <a:buChar char="○"/>
            </a:pPr>
            <a:r>
              <a:rPr lang="en" sz="1500">
                <a:solidFill>
                  <a:srgbClr val="000000"/>
                </a:solidFill>
              </a:rPr>
              <a:t>Name</a:t>
            </a:r>
            <a:endParaRPr sz="1500">
              <a:solidFill>
                <a:srgbClr val="000000"/>
              </a:solidFill>
            </a:endParaRPr>
          </a:p>
          <a:p>
            <a:pPr indent="-323850" lvl="1" marL="914400" rtl="0" algn="l">
              <a:lnSpc>
                <a:spcPct val="90000"/>
              </a:lnSpc>
              <a:spcBef>
                <a:spcPts val="0"/>
              </a:spcBef>
              <a:spcAft>
                <a:spcPts val="0"/>
              </a:spcAft>
              <a:buSzPts val="1500"/>
              <a:buChar char="○"/>
            </a:pPr>
            <a:r>
              <a:rPr lang="en" sz="1500"/>
              <a:t>Updated On to search for changes</a:t>
            </a:r>
            <a:endParaRPr sz="1500"/>
          </a:p>
          <a:p>
            <a:pPr indent="-323850" lvl="1" marL="914400" rtl="0" algn="l">
              <a:lnSpc>
                <a:spcPct val="90000"/>
              </a:lnSpc>
              <a:spcBef>
                <a:spcPts val="0"/>
              </a:spcBef>
              <a:spcAft>
                <a:spcPts val="0"/>
              </a:spcAft>
              <a:buClr>
                <a:srgbClr val="000000"/>
              </a:buClr>
              <a:buSzPts val="1500"/>
              <a:buChar char="○"/>
            </a:pPr>
            <a:r>
              <a:rPr lang="en" sz="1500"/>
              <a:t>CONSTANT of MANUAL as Type (subtype-id)</a:t>
            </a:r>
            <a:endParaRPr sz="1500"/>
          </a:p>
          <a:p>
            <a:pPr indent="-323850" lvl="1" marL="914400" rtl="0" algn="l">
              <a:lnSpc>
                <a:spcPct val="90000"/>
              </a:lnSpc>
              <a:spcBef>
                <a:spcPts val="0"/>
              </a:spcBef>
              <a:spcAft>
                <a:spcPts val="0"/>
              </a:spcAft>
              <a:buSzPts val="1500"/>
              <a:buChar char="○"/>
            </a:pPr>
            <a:r>
              <a:rPr lang="en" sz="1500"/>
              <a:t>Section Id to Subject (parent-id) </a:t>
            </a:r>
            <a:endParaRPr sz="1500"/>
          </a:p>
          <a:p>
            <a:pPr indent="-323850" lvl="2" marL="1371600" rtl="0" algn="l">
              <a:lnSpc>
                <a:spcPct val="90000"/>
              </a:lnSpc>
              <a:spcBef>
                <a:spcPts val="0"/>
              </a:spcBef>
              <a:spcAft>
                <a:spcPts val="0"/>
              </a:spcAft>
              <a:buSzPts val="1500"/>
              <a:buChar char="■"/>
            </a:pPr>
            <a:r>
              <a:rPr lang="en" sz="1500"/>
              <a:t>Enable Translate Record Id and choose the Section to TestCase Folder Automation on both sides</a:t>
            </a:r>
            <a:endParaRPr sz="1500"/>
          </a:p>
          <a:p>
            <a:pPr indent="-342900" lvl="0" marL="457200" rtl="0" algn="l">
              <a:lnSpc>
                <a:spcPct val="90000"/>
              </a:lnSpc>
              <a:spcBef>
                <a:spcPts val="0"/>
              </a:spcBef>
              <a:spcAft>
                <a:spcPts val="0"/>
              </a:spcAft>
              <a:buClr>
                <a:srgbClr val="000000"/>
              </a:buClr>
              <a:buSzPts val="1800"/>
              <a:buChar char="●"/>
            </a:pPr>
            <a:r>
              <a:rPr lang="en" sz="1800">
                <a:solidFill>
                  <a:srgbClr val="000000"/>
                </a:solidFill>
              </a:rPr>
              <a:t>Additional fields can be mapped as desired.</a:t>
            </a:r>
            <a:endParaRPr sz="1800">
              <a:solidFill>
                <a:srgbClr val="000000"/>
              </a:solidFill>
            </a:endParaRPr>
          </a:p>
          <a:p>
            <a:pPr indent="0" lvl="0" marL="457200" rtl="0" algn="l">
              <a:lnSpc>
                <a:spcPct val="90000"/>
              </a:lnSpc>
              <a:spcBef>
                <a:spcPts val="0"/>
              </a:spcBef>
              <a:spcAft>
                <a:spcPts val="0"/>
              </a:spcAft>
              <a:buNone/>
            </a:pPr>
            <a:r>
              <a:t/>
            </a:r>
            <a:endParaRPr sz="1800">
              <a:solidFill>
                <a:srgbClr val="000000"/>
              </a:solidFill>
            </a:endParaRPr>
          </a:p>
        </p:txBody>
      </p:sp>
      <p:pic>
        <p:nvPicPr>
          <p:cNvPr id="349" name="Google Shape;349;p65"/>
          <p:cNvPicPr preferRelativeResize="0"/>
          <p:nvPr/>
        </p:nvPicPr>
        <p:blipFill>
          <a:blip r:embed="rId3">
            <a:alphaModFix/>
          </a:blip>
          <a:stretch>
            <a:fillRect/>
          </a:stretch>
        </p:blipFill>
        <p:spPr>
          <a:xfrm>
            <a:off x="152400" y="3096815"/>
            <a:ext cx="8839199" cy="151248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6"/>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Automation Setup (Test Plan to Test Set Folder)</a:t>
            </a:r>
            <a:endParaRPr/>
          </a:p>
        </p:txBody>
      </p:sp>
      <p:sp>
        <p:nvSpPr>
          <p:cNvPr id="355" name="Google Shape;355;p66"/>
          <p:cNvSpPr txBox="1"/>
          <p:nvPr/>
        </p:nvSpPr>
        <p:spPr>
          <a:xfrm>
            <a:off x="309753" y="891540"/>
            <a:ext cx="8524500" cy="16209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typical creation flow is </a:t>
            </a:r>
            <a:r>
              <a:rPr lang="en" sz="1800"/>
              <a:t>TestRail</a:t>
            </a:r>
            <a:r>
              <a:rPr lang="en" sz="1800">
                <a:solidFill>
                  <a:srgbClr val="000000"/>
                </a:solidFill>
              </a:rPr>
              <a:t> -&gt; ALM.</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To create a </a:t>
            </a:r>
            <a:r>
              <a:rPr lang="en" sz="1800"/>
              <a:t>Test Set Folder</a:t>
            </a:r>
            <a:r>
              <a:rPr lang="en" sz="1800">
                <a:solidFill>
                  <a:srgbClr val="000000"/>
                </a:solidFill>
              </a:rPr>
              <a:t> in ALM, the following fields are required:</a:t>
            </a:r>
            <a:endParaRPr sz="1800">
              <a:solidFill>
                <a:srgbClr val="000000"/>
              </a:solidFill>
            </a:endParaRPr>
          </a:p>
          <a:p>
            <a:pPr indent="-323850" lvl="1" marL="914400" rtl="0" algn="l">
              <a:lnSpc>
                <a:spcPct val="90000"/>
              </a:lnSpc>
              <a:spcBef>
                <a:spcPts val="0"/>
              </a:spcBef>
              <a:spcAft>
                <a:spcPts val="0"/>
              </a:spcAft>
              <a:buClr>
                <a:srgbClr val="000000"/>
              </a:buClr>
              <a:buSzPts val="1500"/>
              <a:buChar char="○"/>
            </a:pPr>
            <a:r>
              <a:rPr lang="en" sz="1500">
                <a:solidFill>
                  <a:srgbClr val="000000"/>
                </a:solidFill>
              </a:rPr>
              <a:t>Name</a:t>
            </a:r>
            <a:endParaRPr sz="1500">
              <a:solidFill>
                <a:srgbClr val="000000"/>
              </a:solidFill>
            </a:endParaRPr>
          </a:p>
          <a:p>
            <a:pPr indent="-323850" lvl="1" marL="914400" rtl="0" algn="l">
              <a:lnSpc>
                <a:spcPct val="90000"/>
              </a:lnSpc>
              <a:spcBef>
                <a:spcPts val="0"/>
              </a:spcBef>
              <a:spcAft>
                <a:spcPts val="0"/>
              </a:spcAft>
              <a:buSzPts val="1500"/>
              <a:buChar char="○"/>
            </a:pPr>
            <a:r>
              <a:rPr lang="en" sz="1500"/>
              <a:t>Updated On to search for changes</a:t>
            </a:r>
            <a:endParaRPr sz="1500"/>
          </a:p>
          <a:p>
            <a:pPr indent="-323850" lvl="1" marL="914400" rtl="0" algn="l">
              <a:lnSpc>
                <a:spcPct val="90000"/>
              </a:lnSpc>
              <a:spcBef>
                <a:spcPts val="0"/>
              </a:spcBef>
              <a:spcAft>
                <a:spcPts val="0"/>
              </a:spcAft>
              <a:buClr>
                <a:srgbClr val="000000"/>
              </a:buClr>
              <a:buSzPts val="1500"/>
              <a:buChar char="○"/>
            </a:pPr>
            <a:r>
              <a:rPr lang="en" sz="1500"/>
              <a:t>Parent-id/Test Set Folder as a CONSTANT</a:t>
            </a:r>
            <a:endParaRPr sz="1500"/>
          </a:p>
          <a:p>
            <a:pPr indent="-323850" lvl="0" marL="457200" rtl="0" algn="l">
              <a:lnSpc>
                <a:spcPct val="90000"/>
              </a:lnSpc>
              <a:spcBef>
                <a:spcPts val="0"/>
              </a:spcBef>
              <a:spcAft>
                <a:spcPts val="0"/>
              </a:spcAft>
              <a:buSzPts val="1500"/>
              <a:buChar char="●"/>
            </a:pPr>
            <a:r>
              <a:rPr lang="en" sz="1800">
                <a:solidFill>
                  <a:schemeClr val="dk1"/>
                </a:solidFill>
              </a:rPr>
              <a:t>In the below mapping, the Test Set Folder is 1</a:t>
            </a:r>
            <a:endParaRPr sz="1500"/>
          </a:p>
          <a:p>
            <a:pPr indent="-342900" lvl="0" marL="457200" rtl="0" algn="l">
              <a:lnSpc>
                <a:spcPct val="90000"/>
              </a:lnSpc>
              <a:spcBef>
                <a:spcPts val="0"/>
              </a:spcBef>
              <a:spcAft>
                <a:spcPts val="0"/>
              </a:spcAft>
              <a:buClr>
                <a:srgbClr val="000000"/>
              </a:buClr>
              <a:buSzPts val="1800"/>
              <a:buChar char="●"/>
            </a:pPr>
            <a:r>
              <a:rPr lang="en" sz="1800">
                <a:solidFill>
                  <a:srgbClr val="000000"/>
                </a:solidFill>
              </a:rPr>
              <a:t>Additional fields can be mapped as desired.</a:t>
            </a:r>
            <a:endParaRPr sz="1800">
              <a:solidFill>
                <a:srgbClr val="000000"/>
              </a:solidFill>
            </a:endParaRPr>
          </a:p>
        </p:txBody>
      </p:sp>
      <p:pic>
        <p:nvPicPr>
          <p:cNvPr id="356" name="Google Shape;356;p66"/>
          <p:cNvPicPr preferRelativeResize="0"/>
          <p:nvPr/>
        </p:nvPicPr>
        <p:blipFill>
          <a:blip r:embed="rId3">
            <a:alphaModFix/>
          </a:blip>
          <a:stretch>
            <a:fillRect/>
          </a:stretch>
        </p:blipFill>
        <p:spPr>
          <a:xfrm>
            <a:off x="152400" y="2664840"/>
            <a:ext cx="8839200" cy="12838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7"/>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Automation Setup (Runs to Test Set )</a:t>
            </a:r>
            <a:endParaRPr/>
          </a:p>
        </p:txBody>
      </p:sp>
      <p:sp>
        <p:nvSpPr>
          <p:cNvPr id="362" name="Google Shape;362;p67"/>
          <p:cNvSpPr txBox="1"/>
          <p:nvPr/>
        </p:nvSpPr>
        <p:spPr>
          <a:xfrm>
            <a:off x="309753" y="891540"/>
            <a:ext cx="8524500" cy="16209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typical creation flow is </a:t>
            </a:r>
            <a:r>
              <a:rPr lang="en" sz="1800"/>
              <a:t>TestRail</a:t>
            </a:r>
            <a:r>
              <a:rPr lang="en" sz="1800">
                <a:solidFill>
                  <a:srgbClr val="000000"/>
                </a:solidFill>
              </a:rPr>
              <a:t> -&gt; ALM.</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To create a </a:t>
            </a:r>
            <a:r>
              <a:rPr lang="en" sz="1800"/>
              <a:t>Test Set</a:t>
            </a:r>
            <a:r>
              <a:rPr lang="en" sz="1800">
                <a:solidFill>
                  <a:srgbClr val="000000"/>
                </a:solidFill>
              </a:rPr>
              <a:t> in ALM, the following fields are required:</a:t>
            </a:r>
            <a:endParaRPr sz="1800">
              <a:solidFill>
                <a:srgbClr val="000000"/>
              </a:solidFill>
            </a:endParaRPr>
          </a:p>
          <a:p>
            <a:pPr indent="-323850" lvl="1" marL="914400" rtl="0" algn="l">
              <a:lnSpc>
                <a:spcPct val="90000"/>
              </a:lnSpc>
              <a:spcBef>
                <a:spcPts val="0"/>
              </a:spcBef>
              <a:spcAft>
                <a:spcPts val="0"/>
              </a:spcAft>
              <a:buClr>
                <a:srgbClr val="000000"/>
              </a:buClr>
              <a:buSzPts val="1500"/>
              <a:buChar char="○"/>
            </a:pPr>
            <a:r>
              <a:rPr lang="en" sz="1500">
                <a:solidFill>
                  <a:srgbClr val="000000"/>
                </a:solidFill>
              </a:rPr>
              <a:t>Name</a:t>
            </a:r>
            <a:endParaRPr sz="1500">
              <a:solidFill>
                <a:srgbClr val="000000"/>
              </a:solidFill>
            </a:endParaRPr>
          </a:p>
          <a:p>
            <a:pPr indent="-323850" lvl="1" marL="914400" rtl="0" algn="l">
              <a:lnSpc>
                <a:spcPct val="90000"/>
              </a:lnSpc>
              <a:spcBef>
                <a:spcPts val="0"/>
              </a:spcBef>
              <a:spcAft>
                <a:spcPts val="0"/>
              </a:spcAft>
              <a:buSzPts val="1500"/>
              <a:buChar char="○"/>
            </a:pPr>
            <a:r>
              <a:rPr lang="en" sz="1500"/>
              <a:t>Updated On to search for changes</a:t>
            </a:r>
            <a:endParaRPr sz="1500"/>
          </a:p>
          <a:p>
            <a:pPr indent="-323850" lvl="1" marL="914400" rtl="0" algn="l">
              <a:lnSpc>
                <a:spcPct val="90000"/>
              </a:lnSpc>
              <a:spcBef>
                <a:spcPts val="0"/>
              </a:spcBef>
              <a:spcAft>
                <a:spcPts val="0"/>
              </a:spcAft>
              <a:buClr>
                <a:srgbClr val="000000"/>
              </a:buClr>
              <a:buSzPts val="1500"/>
              <a:buChar char="○"/>
            </a:pPr>
            <a:r>
              <a:rPr lang="en" sz="1500"/>
              <a:t>Type as a CONSTANT</a:t>
            </a:r>
            <a:endParaRPr sz="15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Additional fields can be mapped as desired.</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t>In the below mapping, the Test Set Type is hp.qc.test-set.default</a:t>
            </a:r>
            <a:endParaRPr sz="1800">
              <a:solidFill>
                <a:srgbClr val="000000"/>
              </a:solidFill>
            </a:endParaRPr>
          </a:p>
        </p:txBody>
      </p:sp>
      <p:pic>
        <p:nvPicPr>
          <p:cNvPr id="363" name="Google Shape;363;p67"/>
          <p:cNvPicPr preferRelativeResize="0"/>
          <p:nvPr/>
        </p:nvPicPr>
        <p:blipFill>
          <a:blip r:embed="rId3">
            <a:alphaModFix/>
          </a:blip>
          <a:stretch>
            <a:fillRect/>
          </a:stretch>
        </p:blipFill>
        <p:spPr>
          <a:xfrm>
            <a:off x="152400" y="2664840"/>
            <a:ext cx="8839198" cy="12445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8"/>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Automation Setup (Tests to Test Instance)</a:t>
            </a:r>
            <a:endParaRPr/>
          </a:p>
        </p:txBody>
      </p:sp>
      <p:sp>
        <p:nvSpPr>
          <p:cNvPr id="369" name="Google Shape;369;p68"/>
          <p:cNvSpPr txBox="1"/>
          <p:nvPr/>
        </p:nvSpPr>
        <p:spPr>
          <a:xfrm>
            <a:off x="309753" y="688265"/>
            <a:ext cx="8524500" cy="24519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typical creation flow is </a:t>
            </a:r>
            <a:r>
              <a:rPr lang="en" sz="1800"/>
              <a:t>TestRail</a:t>
            </a:r>
            <a:r>
              <a:rPr lang="en" sz="1800">
                <a:solidFill>
                  <a:srgbClr val="000000"/>
                </a:solidFill>
              </a:rPr>
              <a:t> -&gt; ALM.</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To create a </a:t>
            </a:r>
            <a:r>
              <a:rPr lang="en" sz="1800"/>
              <a:t>Test Instance</a:t>
            </a:r>
            <a:r>
              <a:rPr lang="en" sz="1800">
                <a:solidFill>
                  <a:srgbClr val="000000"/>
                </a:solidFill>
              </a:rPr>
              <a:t> in ALM, the following fields are required:</a:t>
            </a:r>
            <a:endParaRPr sz="1800">
              <a:solidFill>
                <a:srgbClr val="000000"/>
              </a:solidFill>
            </a:endParaRPr>
          </a:p>
          <a:p>
            <a:pPr indent="-323850" lvl="1" marL="914400" rtl="0" algn="l">
              <a:lnSpc>
                <a:spcPct val="90000"/>
              </a:lnSpc>
              <a:spcBef>
                <a:spcPts val="0"/>
              </a:spcBef>
              <a:spcAft>
                <a:spcPts val="0"/>
              </a:spcAft>
              <a:buClr>
                <a:srgbClr val="000000"/>
              </a:buClr>
              <a:buSzPts val="1500"/>
              <a:buChar char="○"/>
            </a:pPr>
            <a:r>
              <a:rPr lang="en" sz="1500"/>
              <a:t>TestRail Title to </a:t>
            </a:r>
            <a:r>
              <a:rPr lang="en" sz="1500">
                <a:solidFill>
                  <a:srgbClr val="000000"/>
                </a:solidFill>
              </a:rPr>
              <a:t>Name</a:t>
            </a:r>
            <a:endParaRPr sz="1500">
              <a:solidFill>
                <a:srgbClr val="000000"/>
              </a:solidFill>
            </a:endParaRPr>
          </a:p>
          <a:p>
            <a:pPr indent="-323850" lvl="1" marL="914400" rtl="0" algn="l">
              <a:lnSpc>
                <a:spcPct val="90000"/>
              </a:lnSpc>
              <a:spcBef>
                <a:spcPts val="0"/>
              </a:spcBef>
              <a:spcAft>
                <a:spcPts val="0"/>
              </a:spcAft>
              <a:buSzPts val="1500"/>
              <a:buChar char="○"/>
            </a:pPr>
            <a:r>
              <a:rPr lang="en" sz="1500"/>
              <a:t>Updated On to search for changes</a:t>
            </a:r>
            <a:endParaRPr sz="1500"/>
          </a:p>
          <a:p>
            <a:pPr indent="-323850" lvl="1" marL="914400" rtl="0" algn="l">
              <a:lnSpc>
                <a:spcPct val="90000"/>
              </a:lnSpc>
              <a:spcBef>
                <a:spcPts val="0"/>
              </a:spcBef>
              <a:spcAft>
                <a:spcPts val="0"/>
              </a:spcAft>
              <a:buClr>
                <a:srgbClr val="000000"/>
              </a:buClr>
              <a:buSzPts val="1500"/>
              <a:buChar char="○"/>
            </a:pPr>
            <a:r>
              <a:rPr lang="en" sz="1500"/>
              <a:t>Type as a CONSTANT</a:t>
            </a:r>
            <a:endParaRPr sz="1500"/>
          </a:p>
          <a:p>
            <a:pPr indent="-323850" lvl="1" marL="914400" rtl="0" algn="l">
              <a:lnSpc>
                <a:spcPct val="90000"/>
              </a:lnSpc>
              <a:spcBef>
                <a:spcPts val="0"/>
              </a:spcBef>
              <a:spcAft>
                <a:spcPts val="0"/>
              </a:spcAft>
              <a:buSzPts val="1500"/>
              <a:buChar char="○"/>
            </a:pPr>
            <a:r>
              <a:rPr lang="en" sz="1500"/>
              <a:t>Run Id to TestSet (cycle-id)</a:t>
            </a:r>
            <a:endParaRPr sz="1500"/>
          </a:p>
          <a:p>
            <a:pPr indent="-323850" lvl="2" marL="1371600" rtl="0" algn="l">
              <a:lnSpc>
                <a:spcPct val="90000"/>
              </a:lnSpc>
              <a:spcBef>
                <a:spcPts val="0"/>
              </a:spcBef>
              <a:spcAft>
                <a:spcPts val="0"/>
              </a:spcAft>
              <a:buClr>
                <a:schemeClr val="dk1"/>
              </a:buClr>
              <a:buSzPts val="1500"/>
              <a:buChar char="■"/>
            </a:pPr>
            <a:r>
              <a:rPr lang="en" sz="1500">
                <a:solidFill>
                  <a:schemeClr val="dk1"/>
                </a:solidFill>
              </a:rPr>
              <a:t>Enable Translate Record Id, choosing the Run to TestSet Automation on both sides</a:t>
            </a:r>
            <a:endParaRPr sz="1500"/>
          </a:p>
          <a:p>
            <a:pPr indent="-323850" lvl="1" marL="914400" rtl="0" algn="l">
              <a:lnSpc>
                <a:spcPct val="90000"/>
              </a:lnSpc>
              <a:spcBef>
                <a:spcPts val="0"/>
              </a:spcBef>
              <a:spcAft>
                <a:spcPts val="0"/>
              </a:spcAft>
              <a:buSzPts val="1500"/>
              <a:buChar char="○"/>
            </a:pPr>
            <a:r>
              <a:rPr lang="en" sz="1500"/>
              <a:t>Case Id to Test (test-id)</a:t>
            </a:r>
            <a:endParaRPr sz="1500"/>
          </a:p>
          <a:p>
            <a:pPr indent="-323850" lvl="2" marL="1371600" rtl="0" algn="l">
              <a:lnSpc>
                <a:spcPct val="90000"/>
              </a:lnSpc>
              <a:spcBef>
                <a:spcPts val="0"/>
              </a:spcBef>
              <a:spcAft>
                <a:spcPts val="0"/>
              </a:spcAft>
              <a:buClr>
                <a:schemeClr val="dk1"/>
              </a:buClr>
              <a:buSzPts val="1500"/>
              <a:buChar char="■"/>
            </a:pPr>
            <a:r>
              <a:rPr lang="en" sz="1500">
                <a:solidFill>
                  <a:schemeClr val="dk1"/>
                </a:solidFill>
              </a:rPr>
              <a:t>Enable Translate Record Id,choosing the Tests to Test Instance on both sides</a:t>
            </a:r>
            <a:endParaRPr sz="1500">
              <a:solidFill>
                <a:schemeClr val="dk1"/>
              </a:solidFill>
            </a:endParaRPr>
          </a:p>
          <a:p>
            <a:pPr indent="-342900" lvl="0" marL="457200" rtl="0" algn="l">
              <a:lnSpc>
                <a:spcPct val="90000"/>
              </a:lnSpc>
              <a:spcBef>
                <a:spcPts val="0"/>
              </a:spcBef>
              <a:spcAft>
                <a:spcPts val="0"/>
              </a:spcAft>
              <a:buClr>
                <a:srgbClr val="000000"/>
              </a:buClr>
              <a:buSzPts val="1800"/>
              <a:buChar char="●"/>
            </a:pPr>
            <a:r>
              <a:rPr lang="en" sz="1800"/>
              <a:t>In the below mapping, the Typed is </a:t>
            </a:r>
            <a:r>
              <a:rPr lang="en" sz="1800" u="sng">
                <a:solidFill>
                  <a:schemeClr val="hlink"/>
                </a:solidFill>
                <a:hlinkClick r:id="rId3"/>
              </a:rPr>
              <a:t>hp.qc</a:t>
            </a:r>
            <a:r>
              <a:rPr lang="en" sz="1800"/>
              <a:t>.test-instance.MANUAL</a:t>
            </a:r>
            <a:endParaRPr sz="1800"/>
          </a:p>
          <a:p>
            <a:pPr indent="-342900" lvl="0" marL="457200" rtl="0" algn="l">
              <a:lnSpc>
                <a:spcPct val="90000"/>
              </a:lnSpc>
              <a:spcBef>
                <a:spcPts val="0"/>
              </a:spcBef>
              <a:spcAft>
                <a:spcPts val="0"/>
              </a:spcAft>
              <a:buSzPts val="1800"/>
              <a:buChar char="●"/>
            </a:pPr>
            <a:r>
              <a:rPr lang="en" sz="1800">
                <a:solidFill>
                  <a:schemeClr val="dk1"/>
                </a:solidFill>
              </a:rPr>
              <a:t>Additional fields can be mapped as desired.</a:t>
            </a:r>
            <a:endParaRPr sz="1800"/>
          </a:p>
        </p:txBody>
      </p:sp>
      <p:pic>
        <p:nvPicPr>
          <p:cNvPr id="370" name="Google Shape;370;p68"/>
          <p:cNvPicPr preferRelativeResize="0"/>
          <p:nvPr/>
        </p:nvPicPr>
        <p:blipFill>
          <a:blip r:embed="rId4">
            <a:alphaModFix/>
          </a:blip>
          <a:stretch>
            <a:fillRect/>
          </a:stretch>
        </p:blipFill>
        <p:spPr>
          <a:xfrm>
            <a:off x="225500" y="3076840"/>
            <a:ext cx="8839198" cy="181251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9"/>
          <p:cNvSpPr txBox="1"/>
          <p:nvPr>
            <p:ph idx="1" type="body"/>
          </p:nvPr>
        </p:nvSpPr>
        <p:spPr>
          <a:xfrm>
            <a:off x="308610" y="3525959"/>
            <a:ext cx="6446400" cy="392400"/>
          </a:xfrm>
          <a:prstGeom prst="rect">
            <a:avLst/>
          </a:prstGeom>
          <a:noFill/>
          <a:ln>
            <a:noFill/>
          </a:ln>
        </p:spPr>
        <p:txBody>
          <a:bodyPr anchorCtr="0" anchor="b" bIns="0" lIns="0" spcFirstLastPara="1" rIns="0" wrap="square" tIns="0">
            <a:spAutoFit/>
          </a:bodyPr>
          <a:lstStyle/>
          <a:p>
            <a:pPr indent="0" lvl="0" marL="0" marR="0" rtl="0" algn="l">
              <a:lnSpc>
                <a:spcPct val="85000"/>
              </a:lnSpc>
              <a:spcBef>
                <a:spcPts val="0"/>
              </a:spcBef>
              <a:spcAft>
                <a:spcPts val="0"/>
              </a:spcAft>
              <a:buClr>
                <a:schemeClr val="dk2"/>
              </a:buClr>
              <a:buSzPts val="3000"/>
              <a:buFont typeface="Arial"/>
              <a:buNone/>
            </a:pPr>
            <a:r>
              <a:rPr lang="en"/>
              <a:t>TestRail Tips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70"/>
          <p:cNvSpPr txBox="1"/>
          <p:nvPr>
            <p:ph idx="1" type="body"/>
          </p:nvPr>
        </p:nvSpPr>
        <p:spPr>
          <a:xfrm>
            <a:off x="308610" y="3525959"/>
            <a:ext cx="6446400" cy="392400"/>
          </a:xfrm>
          <a:prstGeom prst="rect">
            <a:avLst/>
          </a:prstGeom>
          <a:noFill/>
          <a:ln>
            <a:noFill/>
          </a:ln>
        </p:spPr>
        <p:txBody>
          <a:bodyPr anchorCtr="0" anchor="b" bIns="0" lIns="0" spcFirstLastPara="1" rIns="0" wrap="square" tIns="0">
            <a:spAutoFit/>
          </a:bodyPr>
          <a:lstStyle/>
          <a:p>
            <a:pPr indent="0" lvl="0" marL="0" marR="0" rtl="0" algn="l">
              <a:lnSpc>
                <a:spcPct val="85000"/>
              </a:lnSpc>
              <a:spcBef>
                <a:spcPts val="0"/>
              </a:spcBef>
              <a:spcAft>
                <a:spcPts val="0"/>
              </a:spcAft>
              <a:buClr>
                <a:schemeClr val="dk2"/>
              </a:buClr>
              <a:buSzPts val="3000"/>
              <a:buFont typeface="Arial"/>
              <a:buNone/>
            </a:pPr>
            <a:r>
              <a:rPr lang="en"/>
              <a:t>Common Errors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71"/>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Reading Errors</a:t>
            </a:r>
            <a:endParaRPr/>
          </a:p>
        </p:txBody>
      </p:sp>
      <p:sp>
        <p:nvSpPr>
          <p:cNvPr id="386" name="Google Shape;386;p71"/>
          <p:cNvSpPr txBox="1"/>
          <p:nvPr/>
        </p:nvSpPr>
        <p:spPr>
          <a:xfrm>
            <a:off x="309753" y="891540"/>
            <a:ext cx="8524500" cy="14961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error message from </a:t>
            </a:r>
            <a:r>
              <a:rPr lang="en" sz="1800"/>
              <a:t>TestRail</a:t>
            </a:r>
            <a:r>
              <a:rPr lang="en" sz="1800">
                <a:solidFill>
                  <a:srgbClr val="000000"/>
                </a:solidFill>
              </a:rPr>
              <a:t> is not always clear upon initial review… if you don’t know where to look.</a:t>
            </a:r>
            <a:endParaRPr sz="1800">
              <a:solidFill>
                <a:srgbClr val="000000"/>
              </a:solidFill>
            </a:endParaRPr>
          </a:p>
          <a:p>
            <a:pPr indent="-342900" lvl="0" marL="457200" rtl="0" algn="l">
              <a:lnSpc>
                <a:spcPct val="90000"/>
              </a:lnSpc>
              <a:spcBef>
                <a:spcPts val="0"/>
              </a:spcBef>
              <a:spcAft>
                <a:spcPts val="0"/>
              </a:spcAft>
              <a:buClr>
                <a:srgbClr val="000000"/>
              </a:buClr>
              <a:buSzPts val="1800"/>
              <a:buChar char="●"/>
            </a:pPr>
            <a:r>
              <a:rPr lang="en" sz="1800">
                <a:solidFill>
                  <a:srgbClr val="000000"/>
                </a:solidFill>
              </a:rPr>
              <a:t>On the ConnectALL Dashboard, expand the error, click the eye, and scroll down. Look for the “</a:t>
            </a:r>
            <a:r>
              <a:rPr lang="en" sz="1800"/>
              <a:t>QCRestException</a:t>
            </a:r>
            <a:r>
              <a:rPr lang="en" sz="1800">
                <a:solidFill>
                  <a:srgbClr val="000000"/>
                </a:solidFill>
              </a:rPr>
              <a:t>” error.</a:t>
            </a:r>
            <a:endParaRPr sz="1800">
              <a:solidFill>
                <a:srgbClr val="000000"/>
              </a:solidFill>
            </a:endParaRPr>
          </a:p>
          <a:p>
            <a:pPr indent="-342900" lvl="0" marL="457200" rtl="0" algn="l">
              <a:lnSpc>
                <a:spcPct val="90000"/>
              </a:lnSpc>
              <a:spcBef>
                <a:spcPts val="0"/>
              </a:spcBef>
              <a:spcAft>
                <a:spcPts val="0"/>
              </a:spcAft>
              <a:buSzPts val="1800"/>
              <a:buChar char="●"/>
            </a:pPr>
            <a:r>
              <a:rPr lang="en" sz="1800"/>
              <a:t>The below error is when a record has been deleted.</a:t>
            </a:r>
            <a:endParaRPr sz="1800"/>
          </a:p>
          <a:p>
            <a:pPr indent="0" lvl="0" marL="0" rtl="0" algn="l">
              <a:lnSpc>
                <a:spcPct val="90000"/>
              </a:lnSpc>
              <a:spcBef>
                <a:spcPts val="0"/>
              </a:spcBef>
              <a:spcAft>
                <a:spcPts val="0"/>
              </a:spcAft>
              <a:buNone/>
            </a:pPr>
            <a:r>
              <a:t/>
            </a:r>
            <a:endParaRPr sz="1800"/>
          </a:p>
        </p:txBody>
      </p:sp>
      <p:pic>
        <p:nvPicPr>
          <p:cNvPr id="387" name="Google Shape;387;p71"/>
          <p:cNvPicPr preferRelativeResize="0"/>
          <p:nvPr/>
        </p:nvPicPr>
        <p:blipFill>
          <a:blip r:embed="rId3">
            <a:alphaModFix/>
          </a:blip>
          <a:stretch>
            <a:fillRect/>
          </a:stretch>
        </p:blipFill>
        <p:spPr>
          <a:xfrm>
            <a:off x="265375" y="2420240"/>
            <a:ext cx="8839200" cy="184985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72"/>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Missing Value Mapping</a:t>
            </a:r>
            <a:endParaRPr/>
          </a:p>
        </p:txBody>
      </p:sp>
      <p:sp>
        <p:nvSpPr>
          <p:cNvPr id="393" name="Google Shape;393;p72"/>
          <p:cNvSpPr txBox="1"/>
          <p:nvPr/>
        </p:nvSpPr>
        <p:spPr>
          <a:xfrm>
            <a:off x="309753" y="891540"/>
            <a:ext cx="8524500" cy="12468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solidFill>
                  <a:srgbClr val="000000"/>
                </a:solidFill>
              </a:rPr>
              <a:t>The below error is common across all adapters, but is </a:t>
            </a:r>
            <a:r>
              <a:rPr lang="en" sz="1800"/>
              <a:t>included</a:t>
            </a:r>
            <a:r>
              <a:rPr lang="en" sz="1800">
                <a:solidFill>
                  <a:srgbClr val="000000"/>
                </a:solidFill>
              </a:rPr>
              <a:t> below so you kno</a:t>
            </a:r>
            <a:r>
              <a:rPr lang="en" sz="1800"/>
              <a:t>w what to look for with TestRail.</a:t>
            </a:r>
            <a:endParaRPr sz="1800"/>
          </a:p>
          <a:p>
            <a:pPr indent="-342900" lvl="0" marL="457200" rtl="0" algn="l">
              <a:lnSpc>
                <a:spcPct val="90000"/>
              </a:lnSpc>
              <a:spcBef>
                <a:spcPts val="0"/>
              </a:spcBef>
              <a:spcAft>
                <a:spcPts val="0"/>
              </a:spcAft>
              <a:buClr>
                <a:srgbClr val="000000"/>
              </a:buClr>
              <a:buSzPts val="1800"/>
              <a:buChar char="●"/>
            </a:pPr>
            <a:r>
              <a:rPr lang="en" sz="1800"/>
              <a:t>In this scenario, a value mapping was not defined for the “None” or “Empty” option for </a:t>
            </a:r>
            <a:r>
              <a:rPr lang="en" sz="1800">
                <a:solidFill>
                  <a:srgbClr val="000000"/>
                </a:solidFill>
              </a:rPr>
              <a:t>Severity.</a:t>
            </a:r>
            <a:endParaRPr sz="1800">
              <a:solidFill>
                <a:srgbClr val="000000"/>
              </a:solidFill>
            </a:endParaRPr>
          </a:p>
          <a:p>
            <a:pPr indent="-342900" lvl="0" marL="457200" rtl="0" algn="l">
              <a:lnSpc>
                <a:spcPct val="90000"/>
              </a:lnSpc>
              <a:spcBef>
                <a:spcPts val="0"/>
              </a:spcBef>
              <a:spcAft>
                <a:spcPts val="0"/>
              </a:spcAft>
              <a:buSzPts val="1800"/>
              <a:buChar char="●"/>
            </a:pPr>
            <a:r>
              <a:rPr lang="en" sz="1800"/>
              <a:t>To solve this, make sure all options are mapped in the Value Mapping.</a:t>
            </a:r>
            <a:endParaRPr sz="1800"/>
          </a:p>
        </p:txBody>
      </p:sp>
      <p:pic>
        <p:nvPicPr>
          <p:cNvPr id="394" name="Google Shape;394;p72"/>
          <p:cNvPicPr preferRelativeResize="0"/>
          <p:nvPr/>
        </p:nvPicPr>
        <p:blipFill>
          <a:blip r:embed="rId3">
            <a:alphaModFix/>
          </a:blip>
          <a:stretch>
            <a:fillRect/>
          </a:stretch>
        </p:blipFill>
        <p:spPr>
          <a:xfrm>
            <a:off x="483888" y="2254125"/>
            <a:ext cx="8176224" cy="25316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3"/>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Missing Required Field</a:t>
            </a:r>
            <a:endParaRPr/>
          </a:p>
        </p:txBody>
      </p:sp>
      <p:sp>
        <p:nvSpPr>
          <p:cNvPr id="400" name="Google Shape;400;p73"/>
          <p:cNvSpPr txBox="1"/>
          <p:nvPr/>
        </p:nvSpPr>
        <p:spPr>
          <a:xfrm>
            <a:off x="309753" y="891540"/>
            <a:ext cx="8524500" cy="1496100"/>
          </a:xfrm>
          <a:prstGeom prst="rect">
            <a:avLst/>
          </a:prstGeom>
          <a:noFill/>
          <a:ln>
            <a:noFill/>
          </a:ln>
        </p:spPr>
        <p:txBody>
          <a:bodyPr anchorCtr="0" anchor="t" bIns="0" lIns="0" spcFirstLastPara="1" rIns="0" wrap="square" tIns="0">
            <a:spAutoFit/>
          </a:bodyPr>
          <a:lstStyle/>
          <a:p>
            <a:pPr indent="-342900" lvl="0" marL="457200" rtl="0" algn="l">
              <a:lnSpc>
                <a:spcPct val="90000"/>
              </a:lnSpc>
              <a:spcBef>
                <a:spcPts val="0"/>
              </a:spcBef>
              <a:spcAft>
                <a:spcPts val="0"/>
              </a:spcAft>
              <a:buClr>
                <a:srgbClr val="000000"/>
              </a:buClr>
              <a:buSzPts val="1800"/>
              <a:buChar char="●"/>
            </a:pPr>
            <a:r>
              <a:rPr lang="en" sz="1800"/>
              <a:t>This error means that ConnectALL tried to sync a create or update into TestRail, but a field was missing.</a:t>
            </a:r>
            <a:endParaRPr sz="1800"/>
          </a:p>
          <a:p>
            <a:pPr indent="-342900" lvl="0" marL="457200" rtl="0" algn="l">
              <a:lnSpc>
                <a:spcPct val="90000"/>
              </a:lnSpc>
              <a:spcBef>
                <a:spcPts val="0"/>
              </a:spcBef>
              <a:spcAft>
                <a:spcPts val="0"/>
              </a:spcAft>
              <a:buSzPts val="1800"/>
              <a:buChar char="●"/>
            </a:pPr>
            <a:r>
              <a:rPr lang="en" sz="1800"/>
              <a:t>This can happen for all entity types, but is very common.</a:t>
            </a:r>
            <a:endParaRPr sz="1800"/>
          </a:p>
          <a:p>
            <a:pPr indent="-342900" lvl="0" marL="457200" rtl="0" algn="l">
              <a:lnSpc>
                <a:spcPct val="90000"/>
              </a:lnSpc>
              <a:spcBef>
                <a:spcPts val="0"/>
              </a:spcBef>
              <a:spcAft>
                <a:spcPts val="0"/>
              </a:spcAft>
              <a:buSzPts val="1800"/>
              <a:buChar char="●"/>
            </a:pPr>
            <a:r>
              <a:rPr lang="en" sz="1800"/>
              <a:t>To solve this in general, make sure all required fields are mapped. To solve the exact error below, make sure the Requirement Type is mapped. (Simply an example,although this field isn’t relevant for TestRail.)</a:t>
            </a:r>
            <a:endParaRPr sz="1800"/>
          </a:p>
        </p:txBody>
      </p:sp>
      <p:pic>
        <p:nvPicPr>
          <p:cNvPr id="401" name="Google Shape;401;p73"/>
          <p:cNvPicPr preferRelativeResize="0"/>
          <p:nvPr/>
        </p:nvPicPr>
        <p:blipFill>
          <a:blip r:embed="rId3">
            <a:alphaModFix/>
          </a:blip>
          <a:stretch>
            <a:fillRect/>
          </a:stretch>
        </p:blipFill>
        <p:spPr>
          <a:xfrm>
            <a:off x="152400" y="2763890"/>
            <a:ext cx="8839198" cy="394668"/>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74"/>
          <p:cNvSpPr txBox="1"/>
          <p:nvPr>
            <p:ph idx="1" type="body"/>
          </p:nvPr>
        </p:nvSpPr>
        <p:spPr>
          <a:xfrm>
            <a:off x="308610" y="3525959"/>
            <a:ext cx="6446400" cy="392400"/>
          </a:xfrm>
          <a:prstGeom prst="rect">
            <a:avLst/>
          </a:prstGeom>
          <a:noFill/>
          <a:ln>
            <a:noFill/>
          </a:ln>
        </p:spPr>
        <p:txBody>
          <a:bodyPr anchorCtr="0" anchor="b" bIns="0" lIns="0" spcFirstLastPara="1" rIns="0" wrap="square" tIns="0">
            <a:spAutoFit/>
          </a:bodyPr>
          <a:lstStyle/>
          <a:p>
            <a:pPr indent="0" lvl="0" marL="0" marR="0" rtl="0" algn="l">
              <a:lnSpc>
                <a:spcPct val="85000"/>
              </a:lnSpc>
              <a:spcBef>
                <a:spcPts val="0"/>
              </a:spcBef>
              <a:spcAft>
                <a:spcPts val="0"/>
              </a:spcAft>
              <a:buClr>
                <a:schemeClr val="dk2"/>
              </a:buClr>
              <a:buSzPts val="3000"/>
              <a:buFont typeface="Arial"/>
              <a:buNone/>
            </a:pPr>
            <a:r>
              <a:rPr lang="en"/>
              <a:t>Useful APIs for Digging Deep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5"/>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Test Plan</a:t>
            </a:r>
            <a:endParaRPr/>
          </a:p>
        </p:txBody>
      </p:sp>
      <p:sp>
        <p:nvSpPr>
          <p:cNvPr id="412" name="Google Shape;412;p75"/>
          <p:cNvSpPr txBox="1"/>
          <p:nvPr/>
        </p:nvSpPr>
        <p:spPr>
          <a:xfrm>
            <a:off x="436028" y="991041"/>
            <a:ext cx="8524500" cy="1925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All the following are Get by Project Id  (1 is the Project Id used here)</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GET Suite</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https://</a:t>
            </a:r>
            <a:r>
              <a:rPr lang="en" sz="1100" u="sng">
                <a:solidFill>
                  <a:schemeClr val="accent1"/>
                </a:solidFill>
                <a:hlinkClick r:id="rId3">
                  <a:extLst>
                    <a:ext uri="{A12FA001-AC4F-418D-AE19-62706E023703}">
                      <ahyp:hlinkClr val="tx"/>
                    </a:ext>
                  </a:extLst>
                </a:hlinkClick>
              </a:rPr>
              <a:t>{base_url}</a:t>
            </a:r>
            <a:r>
              <a:rPr lang="en" sz="1100">
                <a:solidFill>
                  <a:schemeClr val="dk1"/>
                </a:solidFill>
              </a:rPr>
              <a:t>/index.php?/api/v2/get_suites/1 </a:t>
            </a:r>
            <a:endParaRPr sz="4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GET Sections</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https://{base_url}/index.php?/api/v2/get_sections/1</a:t>
            </a:r>
            <a:endParaRPr sz="4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GET Test Cases</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https://</a:t>
            </a:r>
            <a:r>
              <a:rPr lang="en" sz="1100" u="sng">
                <a:solidFill>
                  <a:schemeClr val="accent1"/>
                </a:solidFill>
                <a:hlinkClick r:id="rId4">
                  <a:extLst>
                    <a:ext uri="{A12FA001-AC4F-418D-AE19-62706E023703}">
                      <ahyp:hlinkClr val="tx"/>
                    </a:ext>
                  </a:extLst>
                </a:hlinkClick>
              </a:rPr>
              <a:t>{base_url}</a:t>
            </a:r>
            <a:r>
              <a:rPr lang="en" sz="1100">
                <a:solidFill>
                  <a:schemeClr val="dk1"/>
                </a:solidFill>
              </a:rPr>
              <a:t>/index.php?/api/v2/get_cases/1</a:t>
            </a:r>
            <a:endParaRPr sz="4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None/>
            </a:pPr>
            <a:r>
              <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76"/>
          <p:cNvSpPr txBox="1"/>
          <p:nvPr>
            <p:ph type="title"/>
          </p:nvPr>
        </p:nvSpPr>
        <p:spPr>
          <a:xfrm>
            <a:off x="309753" y="413483"/>
            <a:ext cx="8524500" cy="274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Test Lab</a:t>
            </a:r>
            <a:endParaRPr/>
          </a:p>
        </p:txBody>
      </p:sp>
      <p:sp>
        <p:nvSpPr>
          <p:cNvPr id="418" name="Google Shape;418;p76"/>
          <p:cNvSpPr txBox="1"/>
          <p:nvPr/>
        </p:nvSpPr>
        <p:spPr>
          <a:xfrm>
            <a:off x="462603" y="917941"/>
            <a:ext cx="8524500" cy="2424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GET Test Plans (by Project id, 1 is the Project used here)</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000">
                <a:solidFill>
                  <a:schemeClr val="dk1"/>
                </a:solidFill>
              </a:rPr>
              <a:t>https://</a:t>
            </a:r>
            <a:r>
              <a:rPr lang="en" sz="1000" u="sng">
                <a:solidFill>
                  <a:schemeClr val="accent1"/>
                </a:solidFill>
                <a:hlinkClick r:id="rId3">
                  <a:extLst>
                    <a:ext uri="{A12FA001-AC4F-418D-AE19-62706E023703}">
                      <ahyp:hlinkClr val="tx"/>
                    </a:ext>
                  </a:extLst>
                </a:hlinkClick>
              </a:rPr>
              <a:t>{base_url}</a:t>
            </a:r>
            <a:r>
              <a:rPr lang="en" sz="1000">
                <a:solidFill>
                  <a:schemeClr val="dk1"/>
                </a:solidFill>
              </a:rPr>
              <a:t>/index.php?/api/v2/get_plans/1</a:t>
            </a:r>
            <a:endParaRPr sz="10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GET Runs (by Project id, 1 is the Project used here) </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u="sng">
                <a:solidFill>
                  <a:schemeClr val="accent1"/>
                </a:solidFill>
                <a:hlinkClick r:id="rId4">
                  <a:extLst>
                    <a:ext uri="{A12FA001-AC4F-418D-AE19-62706E023703}">
                      <ahyp:hlinkClr val="tx"/>
                    </a:ext>
                  </a:extLst>
                </a:hlinkClick>
              </a:rPr>
              <a:t>https://{base_url}/index.php?/api/v2/get_runs/1</a:t>
            </a:r>
            <a:r>
              <a:rPr lang="en" sz="400">
                <a:solidFill>
                  <a:schemeClr val="dk1"/>
                </a:solidFill>
              </a:rPr>
              <a:t>    </a:t>
            </a:r>
            <a:r>
              <a:rPr lang="en" sz="1000">
                <a:solidFill>
                  <a:schemeClr val="dk1"/>
                </a:solidFill>
              </a:rPr>
              <a:t> OR</a:t>
            </a:r>
            <a:endParaRPr sz="10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u="sng">
                <a:solidFill>
                  <a:schemeClr val="accent1"/>
                </a:solidFill>
                <a:hlinkClick r:id="rId5">
                  <a:extLst>
                    <a:ext uri="{A12FA001-AC4F-418D-AE19-62706E023703}">
                      <ahyp:hlinkClr val="tx"/>
                    </a:ext>
                  </a:extLst>
                </a:hlinkClick>
              </a:rPr>
              <a:t>https://{base_url}/index.php?/api/v2/get_plan/</a:t>
            </a:r>
            <a:r>
              <a:rPr lang="en" sz="1000">
                <a:solidFill>
                  <a:schemeClr val="dk1"/>
                </a:solidFill>
              </a:rPr>
              <a:t>{plan_id} which will return the Plan with all it’s associated Runs</a:t>
            </a:r>
            <a:endParaRPr sz="10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4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GET Tests</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https://</a:t>
            </a:r>
            <a:r>
              <a:rPr lang="en" sz="1100" u="sng">
                <a:solidFill>
                  <a:schemeClr val="accent1"/>
                </a:solidFill>
                <a:hlinkClick r:id="rId6">
                  <a:extLst>
                    <a:ext uri="{A12FA001-AC4F-418D-AE19-62706E023703}">
                      <ahyp:hlinkClr val="tx"/>
                    </a:ext>
                  </a:extLst>
                </a:hlinkClick>
              </a:rPr>
              <a:t>{base_url}</a:t>
            </a:r>
            <a:r>
              <a:rPr lang="en" sz="1100">
                <a:solidFill>
                  <a:schemeClr val="dk1"/>
                </a:solidFill>
              </a:rPr>
              <a:t>/index.php?/api/v2/get_tests/{run_id}</a:t>
            </a:r>
            <a:endParaRPr sz="4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GET Test Results (which would match to Test Run in ALM)</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https://</a:t>
            </a:r>
            <a:r>
              <a:rPr lang="en" sz="1100" u="sng">
                <a:solidFill>
                  <a:schemeClr val="accent1"/>
                </a:solidFill>
                <a:hlinkClick r:id="rId7">
                  <a:extLst>
                    <a:ext uri="{A12FA001-AC4F-418D-AE19-62706E023703}">
                      <ahyp:hlinkClr val="tx"/>
                    </a:ext>
                  </a:extLst>
                </a:hlinkClick>
              </a:rPr>
              <a:t>{base_url}</a:t>
            </a:r>
            <a:r>
              <a:rPr lang="en" sz="1100">
                <a:solidFill>
                  <a:schemeClr val="dk1"/>
                </a:solidFill>
              </a:rPr>
              <a:t>/index.php?/api/v2/get_results_for_run/{run_id} OR </a:t>
            </a:r>
            <a:r>
              <a:rPr lang="en" sz="1100">
                <a:solidFill>
                  <a:schemeClr val="dk1"/>
                </a:solidFill>
              </a:rPr>
              <a:t>get_results_for_case/{case_id}</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rPr lang="en" sz="1100">
                <a:solidFill>
                  <a:schemeClr val="dk1"/>
                </a:solidFill>
              </a:rPr>
              <a:t>https://</a:t>
            </a:r>
            <a:r>
              <a:rPr lang="en" sz="1100" u="sng">
                <a:solidFill>
                  <a:schemeClr val="accent1"/>
                </a:solidFill>
                <a:hlinkClick r:id="rId8">
                  <a:extLst>
                    <a:ext uri="{A12FA001-AC4F-418D-AE19-62706E023703}">
                      <ahyp:hlinkClr val="tx"/>
                    </a:ext>
                  </a:extLst>
                </a:hlinkClick>
              </a:rPr>
              <a:t>{base_url}</a:t>
            </a:r>
            <a:r>
              <a:rPr lang="en" sz="1100">
                <a:solidFill>
                  <a:schemeClr val="dk1"/>
                </a:solidFill>
              </a:rPr>
              <a:t>/index.php?/api/v2/get_results/{test_id}</a:t>
            </a:r>
            <a:endParaRPr sz="11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90000"/>
              </a:lnSpc>
              <a:spcBef>
                <a:spcPts val="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Broadcom Software Theme DARK">
  <a:themeElements>
    <a:clrScheme name="Broadcom_Ltd">
      <a:dk1>
        <a:srgbClr val="000000"/>
      </a:dk1>
      <a:lt1>
        <a:srgbClr val="FFFFFF"/>
      </a:lt1>
      <a:dk2>
        <a:srgbClr val="CC092F"/>
      </a:dk2>
      <a:lt2>
        <a:srgbClr val="5A5A5A"/>
      </a:lt2>
      <a:accent1>
        <a:srgbClr val="0098C7"/>
      </a:accent1>
      <a:accent2>
        <a:srgbClr val="007B8C"/>
      </a:accent2>
      <a:accent3>
        <a:srgbClr val="F3BA16"/>
      </a:accent3>
      <a:accent4>
        <a:srgbClr val="6C4B94"/>
      </a:accent4>
      <a:accent5>
        <a:srgbClr val="97999B"/>
      </a:accent5>
      <a:accent6>
        <a:srgbClr val="9DA03C"/>
      </a:accent6>
      <a:hlink>
        <a:srgbClr val="0098C7"/>
      </a:hlink>
      <a:folHlink>
        <a:srgbClr val="E68C2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oadcom Software Theme DARK">
  <a:themeElements>
    <a:clrScheme name="Broadcom_Ltd">
      <a:dk1>
        <a:srgbClr val="000000"/>
      </a:dk1>
      <a:lt1>
        <a:srgbClr val="FFFFFF"/>
      </a:lt1>
      <a:dk2>
        <a:srgbClr val="CC092F"/>
      </a:dk2>
      <a:lt2>
        <a:srgbClr val="5A5A5A"/>
      </a:lt2>
      <a:accent1>
        <a:srgbClr val="0098C7"/>
      </a:accent1>
      <a:accent2>
        <a:srgbClr val="007B8C"/>
      </a:accent2>
      <a:accent3>
        <a:srgbClr val="F3BA16"/>
      </a:accent3>
      <a:accent4>
        <a:srgbClr val="6C4B94"/>
      </a:accent4>
      <a:accent5>
        <a:srgbClr val="97999B"/>
      </a:accent5>
      <a:accent6>
        <a:srgbClr val="9DA03C"/>
      </a:accent6>
      <a:hlink>
        <a:srgbClr val="0098C7"/>
      </a:hlink>
      <a:folHlink>
        <a:srgbClr val="E68C2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